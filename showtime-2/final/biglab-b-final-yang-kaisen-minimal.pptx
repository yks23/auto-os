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a9751db1249a7" /><Relationship Type="http://schemas.openxmlformats.org/officeDocument/2006/relationships/extended-properties" Target="/docProps/app.xml" Id="R35ed37cb2fe5420f" /><Relationship Type="http://schemas.openxmlformats.org/officeDocument/2006/relationships/officeDocument" Target="/ppt/presentation.xml" Id="R65712106bd204b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d6fc8ff93481d"/>
  </p:sldMasterIdLst>
  <p:notesMasterIdLst>
    <p:notesMasterId xmlns:r="http://schemas.openxmlformats.org/officeDocument/2006/relationships" r:id="Re541d074473e4f0e"/>
  </p:notesMasterIdLst>
  <p:sldIdLst>
    <p:sldId xmlns:r="http://schemas.openxmlformats.org/officeDocument/2006/relationships" id="256" r:id="Racd2a761470b497d"/>
    <p:sldId xmlns:r="http://schemas.openxmlformats.org/officeDocument/2006/relationships" id="257" r:id="R446975d6209649c3"/>
    <p:sldId xmlns:r="http://schemas.openxmlformats.org/officeDocument/2006/relationships" id="258" r:id="R78e67e406453499c"/>
    <p:sldId xmlns:r="http://schemas.openxmlformats.org/officeDocument/2006/relationships" id="259" r:id="Rc1c9578751184ef9"/>
    <p:sldId xmlns:r="http://schemas.openxmlformats.org/officeDocument/2006/relationships" id="260" r:id="Rcc466dbd9ee840df"/>
    <p:sldId xmlns:r="http://schemas.openxmlformats.org/officeDocument/2006/relationships" id="261" r:id="Rc543bdb5d2ec41d6"/>
    <p:sldId xmlns:r="http://schemas.openxmlformats.org/officeDocument/2006/relationships" id="262" r:id="R70d9a41b27294466"/>
    <p:sldId xmlns:r="http://schemas.openxmlformats.org/officeDocument/2006/relationships" id="263" r:id="R07065b82605244a2"/>
    <p:sldId xmlns:r="http://schemas.openxmlformats.org/officeDocument/2006/relationships" id="264" r:id="R37e278cf2d1340a0"/>
    <p:sldId xmlns:r="http://schemas.openxmlformats.org/officeDocument/2006/relationships" id="265" r:id="R6e64d77de6ff4b5b"/>
    <p:sldId xmlns:r="http://schemas.openxmlformats.org/officeDocument/2006/relationships" id="266" r:id="Rb498a64987684cfb"/>
    <p:sldId xmlns:r="http://schemas.openxmlformats.org/officeDocument/2006/relationships" id="267" r:id="R365c0f406f134087"/>
    <p:sldId xmlns:r="http://schemas.openxmlformats.org/officeDocument/2006/relationships" id="268" r:id="R008f1c9adafc4591"/>
    <p:sldId xmlns:r="http://schemas.openxmlformats.org/officeDocument/2006/relationships" id="269" r:id="R6618b6d63ef44526"/>
    <p:sldId xmlns:r="http://schemas.openxmlformats.org/officeDocument/2006/relationships" id="270" r:id="R24fab3bf1e53446c"/>
    <p:sldId xmlns:r="http://schemas.openxmlformats.org/officeDocument/2006/relationships" id="271" r:id="R54f4f191eac24363"/>
    <p:sldId xmlns:r="http://schemas.openxmlformats.org/officeDocument/2006/relationships" id="272" r:id="R0e83ff66418c484b"/>
    <p:sldId xmlns:r="http://schemas.openxmlformats.org/officeDocument/2006/relationships" id="273" r:id="R4bebc1028fea4f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d6fc8ff93481d" /><Relationship Type="http://schemas.openxmlformats.org/officeDocument/2006/relationships/theme" Target="/ppt/theme/theme1.xml" Id="Re88c37ecf5ff4036" /><Relationship Type="http://schemas.openxmlformats.org/officeDocument/2006/relationships/notesMaster" Target="/ppt/notesMasters/notesMaster1.xml" Id="Re541d074473e4f0e" /><Relationship Type="http://schemas.openxmlformats.org/officeDocument/2006/relationships/presProps" Target="/ppt/presProps.xml" Id="R9e447d1f5324410e" /><Relationship Type="http://schemas.openxmlformats.org/officeDocument/2006/relationships/viewProps" Target="/ppt/viewProps.xml" Id="Rd98835360b09443f" /><Relationship Type="http://schemas.openxmlformats.org/officeDocument/2006/relationships/tableStyles" Target="/ppt/tableStyles.xml" Id="Rcec93c4add4b4003" /><Relationship Type="http://schemas.openxmlformats.org/officeDocument/2006/relationships/slide" Target="/ppt/slides/slide1.xml" Id="Racd2a761470b497d" /><Relationship Type="http://schemas.openxmlformats.org/officeDocument/2006/relationships/slide" Target="/ppt/slides/slide2.xml" Id="R446975d6209649c3" /><Relationship Type="http://schemas.openxmlformats.org/officeDocument/2006/relationships/slide" Target="/ppt/slides/slide3.xml" Id="R78e67e406453499c" /><Relationship Type="http://schemas.openxmlformats.org/officeDocument/2006/relationships/slide" Target="/ppt/slides/slide4.xml" Id="Rc1c9578751184ef9" /><Relationship Type="http://schemas.openxmlformats.org/officeDocument/2006/relationships/slide" Target="/ppt/slides/slide5.xml" Id="Rcc466dbd9ee840df" /><Relationship Type="http://schemas.openxmlformats.org/officeDocument/2006/relationships/slide" Target="/ppt/slides/slide6.xml" Id="Rc543bdb5d2ec41d6" /><Relationship Type="http://schemas.openxmlformats.org/officeDocument/2006/relationships/slide" Target="/ppt/slides/slide7.xml" Id="R70d9a41b27294466" /><Relationship Type="http://schemas.openxmlformats.org/officeDocument/2006/relationships/slide" Target="/ppt/slides/slide8.xml" Id="R07065b82605244a2" /><Relationship Type="http://schemas.openxmlformats.org/officeDocument/2006/relationships/slide" Target="/ppt/slides/slide9.xml" Id="R37e278cf2d1340a0" /><Relationship Type="http://schemas.openxmlformats.org/officeDocument/2006/relationships/slide" Target="/ppt/slides/slide10.xml" Id="R6e64d77de6ff4b5b" /><Relationship Type="http://schemas.openxmlformats.org/officeDocument/2006/relationships/slide" Target="/ppt/slides/slide11.xml" Id="Rb498a64987684cfb" /><Relationship Type="http://schemas.openxmlformats.org/officeDocument/2006/relationships/slide" Target="/ppt/slides/slide12.xml" Id="R365c0f406f134087" /><Relationship Type="http://schemas.openxmlformats.org/officeDocument/2006/relationships/slide" Target="/ppt/slides/slide13.xml" Id="R008f1c9adafc4591" /><Relationship Type="http://schemas.openxmlformats.org/officeDocument/2006/relationships/slide" Target="/ppt/slides/slide14.xml" Id="R6618b6d63ef44526" /><Relationship Type="http://schemas.openxmlformats.org/officeDocument/2006/relationships/slide" Target="/ppt/slides/slide15.xml" Id="R24fab3bf1e53446c" /><Relationship Type="http://schemas.openxmlformats.org/officeDocument/2006/relationships/slide" Target="/ppt/slides/slide16.xml" Id="R54f4f191eac24363" /><Relationship Type="http://schemas.openxmlformats.org/officeDocument/2006/relationships/slide" Target="/ppt/slides/slide17.xml" Id="R0e83ff66418c484b" /><Relationship Type="http://schemas.openxmlformats.org/officeDocument/2006/relationships/slide" Target="/ppt/slides/slide18.xml" Id="R4bebc1028fea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86ff426a7c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c531fa6cb483f" /><Relationship Type="http://schemas.openxmlformats.org/officeDocument/2006/relationships/notesMaster" Target="/ppt/notesMasters/notesMaster1.xml" Id="R791b1b7f91d94c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f4f792e3b4e92" /><Relationship Type="http://schemas.openxmlformats.org/officeDocument/2006/relationships/notesMaster" Target="/ppt/notesMasters/notesMaster1.xml" Id="Re0ff96f829e34c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e99dd6b5b543eb" /><Relationship Type="http://schemas.openxmlformats.org/officeDocument/2006/relationships/notesMaster" Target="/ppt/notesMasters/notesMaster1.xml" Id="Re173f8d7d985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76ccce008f4da0" /><Relationship Type="http://schemas.openxmlformats.org/officeDocument/2006/relationships/notesMaster" Target="/ppt/notesMasters/notesMaster1.xml" Id="Rd225b822c6e3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ea33f085c14a13" /><Relationship Type="http://schemas.openxmlformats.org/officeDocument/2006/relationships/notesMaster" Target="/ppt/notesMasters/notesMaster1.xml" Id="R151575e5144249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0938427b3e46af" /><Relationship Type="http://schemas.openxmlformats.org/officeDocument/2006/relationships/notesMaster" Target="/ppt/notesMasters/notesMaster1.xml" Id="Ra11c136f3cc3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78e4570422431e" /><Relationship Type="http://schemas.openxmlformats.org/officeDocument/2006/relationships/notesMaster" Target="/ppt/notesMasters/notesMaster1.xml" Id="Rfc4cf76f41dd47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aedf66c4c486f" /><Relationship Type="http://schemas.openxmlformats.org/officeDocument/2006/relationships/notesMaster" Target="/ppt/notesMasters/notesMaster1.xml" Id="Rdb43f8c9d7dc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20bb7bba4e431e" /><Relationship Type="http://schemas.openxmlformats.org/officeDocument/2006/relationships/notesMaster" Target="/ppt/notesMasters/notesMaster1.xml" Id="Ref97682abeaa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49318882684d18" /><Relationship Type="http://schemas.openxmlformats.org/officeDocument/2006/relationships/notesMaster" Target="/ppt/notesMasters/notesMaster1.xml" Id="R81d1877c3e4946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c498ced9264f54" /><Relationship Type="http://schemas.openxmlformats.org/officeDocument/2006/relationships/notesMaster" Target="/ppt/notesMasters/notesMaster1.xml" Id="Rd43c53ca191642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90d66fc9d4814" /><Relationship Type="http://schemas.openxmlformats.org/officeDocument/2006/relationships/notesMaster" Target="/ppt/notesMasters/notesMaster1.xml" Id="Rf2e6f995b57647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3677662ab0480f" /><Relationship Type="http://schemas.openxmlformats.org/officeDocument/2006/relationships/notesMaster" Target="/ppt/notesMasters/notesMaster1.xml" Id="Re786bc656b9f4b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462fabca0a4358" /><Relationship Type="http://schemas.openxmlformats.org/officeDocument/2006/relationships/notesMaster" Target="/ppt/notesMasters/notesMaster1.xml" Id="R16fad47d0fd045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b00036e77348fd" /><Relationship Type="http://schemas.openxmlformats.org/officeDocument/2006/relationships/notesMaster" Target="/ppt/notesMasters/notesMaster1.xml" Id="Rbaa820a7ccfe41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5cc5f662524ff6" /><Relationship Type="http://schemas.openxmlformats.org/officeDocument/2006/relationships/notesMaster" Target="/ppt/notesMasters/notesMaster1.xml" Id="Rc4da675b78df42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c76012d0fb4a7c" /><Relationship Type="http://schemas.openxmlformats.org/officeDocument/2006/relationships/notesMaster" Target="/ppt/notesMasters/notesMaster1.xml" Id="Rb79d231677f143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e6cb7f570a4b08" /><Relationship Type="http://schemas.openxmlformats.org/officeDocument/2006/relationships/notesMaster" Target="/ppt/notesMasters/notesMaster1.xml" Id="Rc358a7d65747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88588eb4d4e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ae1bee2ce246d5" /><Relationship Type="http://schemas.openxmlformats.org/officeDocument/2006/relationships/slideLayout" Target="/ppt/slideLayouts/slideLayout2.xml" Id="R7b68b589640240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68b589640240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2033482d924eff" /><Relationship Type="http://schemas.openxmlformats.org/officeDocument/2006/relationships/notesSlide" Target="/ppt/notesSlides/notesSlide1.xml" Id="Racb14c118a20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76dfb88324fd0" /><Relationship Type="http://schemas.openxmlformats.org/officeDocument/2006/relationships/notesSlide" Target="/ppt/notesSlides/notesSlide2.xml" Id="Ra64c0f4f0da8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d0af20af3b4ed9" /><Relationship Type="http://schemas.openxmlformats.org/officeDocument/2006/relationships/notesSlide" Target="/ppt/notesSlides/notesSlide3.xml" Id="R04296fab8416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95149567b4d57" /><Relationship Type="http://schemas.openxmlformats.org/officeDocument/2006/relationships/notesSlide" Target="/ppt/notesSlides/notesSlide4.xml" Id="Rc71cb130d9a9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23c8cb49044ff" /><Relationship Type="http://schemas.openxmlformats.org/officeDocument/2006/relationships/notesSlide" Target="/ppt/notesSlides/notesSlide5.xml" Id="Rc128f81091834e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837d3a30c47c8" /><Relationship Type="http://schemas.openxmlformats.org/officeDocument/2006/relationships/notesSlide" Target="/ppt/notesSlides/notesSlide6.xml" Id="Rc96c5937c14a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32d4f0eb2487e" /><Relationship Type="http://schemas.openxmlformats.org/officeDocument/2006/relationships/notesSlide" Target="/ppt/notesSlides/notesSlide7.xml" Id="R5e6fe7d766b3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d8bcd9a4b4da9" /><Relationship Type="http://schemas.openxmlformats.org/officeDocument/2006/relationships/notesSlide" Target="/ppt/notesSlides/notesSlide8.xml" Id="Rc37d1f98af5a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73032b80644e8" /><Relationship Type="http://schemas.openxmlformats.org/officeDocument/2006/relationships/notesSlide" Target="/ppt/notesSlides/notesSlide9.xml" Id="R699ae44ab4624b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bc5a1770e4cbe" /><Relationship Type="http://schemas.openxmlformats.org/officeDocument/2006/relationships/notesSlide" Target="/ppt/notesSlides/notesSlide10.xml" Id="R2488c8c0415a4a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1e8550ed9b4547" /><Relationship Type="http://schemas.openxmlformats.org/officeDocument/2006/relationships/notesSlide" Target="/ppt/notesSlides/notesSlide11.xml" Id="R7cf7a2b72c0a4c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0da8987ec41d7" /><Relationship Type="http://schemas.openxmlformats.org/officeDocument/2006/relationships/notesSlide" Target="/ppt/notesSlides/notesSlide12.xml" Id="Rea76807f21a045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a488e4eb441a1" /><Relationship Type="http://schemas.openxmlformats.org/officeDocument/2006/relationships/notesSlide" Target="/ppt/notesSlides/notesSlide13.xml" Id="R86ada2e39a9c47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58c01f4564359" /><Relationship Type="http://schemas.openxmlformats.org/officeDocument/2006/relationships/notesSlide" Target="/ppt/notesSlides/notesSlide14.xml" Id="R1a4e4c924cda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bc94aba2a4c51" /><Relationship Type="http://schemas.openxmlformats.org/officeDocument/2006/relationships/notesSlide" Target="/ppt/notesSlides/notesSlide15.xml" Id="R3813232fdc4b43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382264a744be4" /><Relationship Type="http://schemas.openxmlformats.org/officeDocument/2006/relationships/notesSlide" Target="/ppt/notesSlides/notesSlide16.xml" Id="Rf06d8def3c0546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754b33dd644a8" /><Relationship Type="http://schemas.openxmlformats.org/officeDocument/2006/relationships/notesSlide" Target="/ppt/notesSlides/notesSlide17.xml" Id="R0859ccd75cc346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2737167b84d4f" /><Relationship Type="http://schemas.openxmlformats.org/officeDocument/2006/relationships/notesSlide" Target="/ppt/notesSlides/notesSlide18.xml" Id="Rf1eec630df01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C9C81-2412-4754-A95D-4DDF4FE3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81F94-C0A5-4BD4-BFA2-F6A5813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 自举编译与内核改进成果汇报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66A25-E606-4F48-981D-E9C96382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BigLab-B 最终汇报 | 杨凯森 | 2026-05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A45D7-5948-40A0-BFB4-7910EC40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目标：让 StarryOS 承载一个真实的大型 Rust/Cargo workload，在 guest 内编译出 StarryOS 自己。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E400-49F4-4177-950E-F8957D9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这件事会系统性暴露 OS 层问题：进程创建、futex 退出、文件系统、SMP 同步、调度唤醒、用户态 ABI 和 QEMU/HVF 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4FAE-B9D8-444B-9D61-C16A363F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42439-5F3B-4432-B7BE-4B74CF80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方法：用 AI 驱动的持续迭代框架，把长时间实验拆成可复现、可验证、可提交的 OS 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3E763-DFBA-456E-A020-C77CC6A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03158-8C9F-421A-A371-16A687D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成果：12 个 OS PR 已合入 TGOSKit dev；8 核 AArch64/HVF guest 完成 StarryOS self-build。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1CB77-0837-45C9-8385-AAEB061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F5ACD-09CD-4AF5-8ECF-E912D6C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分析：用 host 对齐参考和微基准拆清 Cargo、OS、QEMU 各自承担的性能成本。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81F2B-D043-4B4B-BDD6-DCB639EA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7C44E-3C6F-4F58-9CF6-E863650E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243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592D-1E16-4FDC-B47C-90A33273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86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真实 workload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暴露 OS 问题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形成 PR 与测例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再做性能诊断</a:t>
            </a:r>
          </a:p>
        </p:txBody>
      </p:sp>
    </p:spTree>
    <p:extLst>
      <p:ext uri="{BB962C8B-B14F-4D97-AF65-F5344CB8AC3E}">
        <p14:creationId xmlns:p14="http://schemas.microsoft.com/office/powerpoint/2010/main" val="2023439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1A373-BDE4-4F3E-B8CF-08139092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BACCD-4D6E-44F1-88DF-342D8E46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BA1E-DF63-4CD7-84CB-EB9B9DB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6A3AC-D5F9-43CD-B4E3-9F38870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BigLab-A：ArceOS 小实验与系统能力训练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E9E8B-5DDF-4C96-B393-B7051F8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BigLab-A 里我主要完成 tg-arceos-tutorial/test 分支上的 ArceOS 小实验，从单个组件逐步走到应用、文件系统和虚拟化路径。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31BF-8A80-47EE-9F10-BAFC1CA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93A17-F45D-4FA9-9EC1-8DCDCA6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F5E8A-C7FA-47D0-A415-A3898CB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基础 OS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246F3-B69D-4D96-906F-89FC3DDE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app-helloworld / app-collections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exercise-printcolor / hashmap / altalloc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熟悉 no_std Rust、axstd、allocator、集合结构和 QEMU 启动调试。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4B238-B084-498F-920C-18998E3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D1510-A715-49DB-9EA3-AD368253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13507-92C1-4464-9462-0E5219C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任务、调度与内存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E3325-4A14-41DC-910E-4A050DE0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app-childtask / app-fairsched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app-lazymapping / exercise-sysmap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覆盖任务创建、调度公平性、lazy mapping、符号/地址映射和异常定位。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38327-6F87-47B3-A97E-5E36F692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996ED-57BC-48B5-87D0-C358422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CF049-145B-4936-A141-45BAA1D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文件系统与设备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53B87-8E9C-44DB-9D80-EE69042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4495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app-readblk / app-readpflash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exercise-ramfs-rename / app-msgqueue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练习块设备、pflash、RAMFS rename、消息队列和文件/设备抽象。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1A067-A6AB-4FC6-8224-0B13CDB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B2BCD-EAAC-491B-BABF-18465F6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1A57D-A2EA-45DE-BA82-04B5DB2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用户态与虚拟化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29EA4-6452-4464-88D6-846F5B6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495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app-runlinuxapp / app-userprivilege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app-guestmode / app-guestaspace / app-guestvdev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接触用户态加载、权限切换、guest 地址空间和虚拟设备路径。</a:t>
            </a:r>
          </a:p>
        </p:txBody>
      </p:sp>
    </p:spTree>
    <p:extLst>
      <p:ext uri="{BB962C8B-B14F-4D97-AF65-F5344CB8AC3E}">
        <p14:creationId xmlns:p14="http://schemas.microsoft.com/office/powerpoint/2010/main" val="202627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1BBAB-174F-43B1-9629-D15802A9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319EC-F184-496D-90C8-C1A7E544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11345-2F75-49C1-97BD-F5E6713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23AF-791B-45BE-AE90-A3C1D53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1：AI 驱动工程框架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22C7A-66AB-4E1A-AF8B-0378033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Task 1 的重点不是单次修 bug，而是建立一套能持续同步、运行、定位、修复和提交的工作流。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5A419-3CE4-4005-8C2C-54D3BD24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6B84B-FC7A-4EC1-906F-833A757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25E75-B4B1-4800-9868-98A57891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56EEB-4AFE-4CEE-BE0D-E948B08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把 AI 辅助开发放进真实 OS 工程闭环：从问题发现到 PR 合并都保留证据。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36934-E110-48D0-B1C2-B3B496C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795DA-F06B-4D7C-B50F-B69D29A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36F0D-3B22-4D21-9A3F-172AD5F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A1F26-5E4C-4221-A8E2-72600DD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反馈链路超过 2 小时就先缩短：小测例、低日志、resume/cache、宿主预检、直接 QEMU。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E5A0B-560C-4F7B-A982-6AA7240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919CE-D581-4C90-8756-2737235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54DFD-A61A-4BCD-A339-805B656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9D96B-8F1F-491E-9E88-BBBFDA0B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规则、harness、自动同步、PR 检测、日志归档、showtime 文档与可复现脚本。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ED310-59A4-4F4F-A11C-775F40B2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4FAC9-CEB1-4D3B-AFAF-E6140C1D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持续和 TGOSKit dev 对齐，避免长期偏离上游导致 PR 难合并。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DF3A2-2C63-4FF3-976A-B982DD58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99B2A-6496-486A-8708-F7F409A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发现 OS bug 后，不停留在实验日志，而是整理 root cause、test-suite 和 PR 文案。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6D2E7-1A09-4785-8EFA-9370CD4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D5551-CE24-4043-9C02-5E2F3E5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长任务用于验收，短任务用于定位；两者分开，减少无效等待。</a:t>
            </a:r>
          </a:p>
        </p:txBody>
      </p:sp>
    </p:spTree>
    <p:extLst>
      <p:ext uri="{BB962C8B-B14F-4D97-AF65-F5344CB8AC3E}">
        <p14:creationId xmlns:p14="http://schemas.microsoft.com/office/powerpoint/2010/main" val="510416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CAE03-89D2-4B16-87D1-A14B1403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D9C5C-1E37-4B79-AFA1-A883AD1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0DCCF-1132-4C8D-9EC0-F9B025ED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CE204-F3F3-4672-A5EE-CBA5C20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Harness 第一阶段：模型驱动测试挖掘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75308-2FCC-49F3-A871-464C02DB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第一阶段尝试让模型生成测试并自动运行，用测试失败来反推 StarryOS 的 bug。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A28D0-DACC-4F96-8DA7-3E196FA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6293-E86F-4CBC-B4A3-FD7B806A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AD44C-6A7B-4586-9FE2-A8BFFB0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6FEA6-94E2-40FC-87EA-AC2E39DD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4A47A-7E88-42B9-B679-356A4C6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DF523-DCDD-48C2-9830-62A5D6A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76A1B-48B8-41C9-937A-A0BB3101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66FC3-1D6A-44D0-AD41-4B31BB0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21A7B-47FF-4ABA-AFD1-B0B73212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5D502-9333-45B5-816B-86F5250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围绕 syscall、busybox 小命令和文件系统行为生成测试用例。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FF0DE-63A9-4730-BE68-9A21B34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237CB-CBFB-4144-A26B-A3E1F788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模型读日志、提出怀疑点、继续补 case 或定位代码。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5B164-72F8-4423-A376-C7E973D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00A0D-57BC-48DD-BA5D-79C0D02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能快速覆盖很多边界输入，但缺乏 workload 方向性。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BBFC5-96E8-40CF-A74B-5C2365F1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43307-EE28-4F19-B0FB-C75DC11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 OS bug 数量不稳定，容易陷入泛化测试和低价值失败。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82050-7FDB-4D79-90BF-584BCCA9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结论：纯测试挖掘可以作为补充，但不足以支撑大实验主线；后续改为真实 workload 驱动。</a:t>
            </a:r>
          </a:p>
        </p:txBody>
      </p:sp>
    </p:spTree>
    <p:extLst>
      <p:ext uri="{BB962C8B-B14F-4D97-AF65-F5344CB8AC3E}">
        <p14:creationId xmlns:p14="http://schemas.microsoft.com/office/powerpoint/2010/main" val="1899932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632DE-4740-4436-A9B8-7B9F7369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519FB-9DB9-4776-9D03-E6A60B0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3B6E-F790-4590-B824-223EF976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F2919-C1D1-48AA-A238-56A126F5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Harness 当前方案：与 StarryOS dev 紧密联动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9C1E2-4E96-4DFC-999B-88F8248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现在的框架以可合并 PR 为目标：每天同步 dev，在真实 StarryOS 任务中暴露问题，并沉淀测例。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C1296-FD5D-434D-B586-A2DF57A1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207FD-FDD6-4A71-A8CF-F48244A2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441F7-DEBE-4241-8FB8-9D37BD7B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同步 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CB04A-9C5D-47C6-B537-7A471153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3991D-C793-4D35-B72A-971D08E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9248-773C-463E-9438-E0CEE00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BB6B3-F738-40B4-B19F-1014BAED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编译/运行任务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DD769-296D-4067-817A-5EC4B916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B9B19-7861-49EB-ACA8-04B53DF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F7B24-F6DC-4321-9332-DD1E5D84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8E32-0075-4C47-A40D-CF00E244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读取输出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1B934-DB9B-4DD3-97A8-7D02B675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F84BE-E22B-4DBE-AEEF-F3C3904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BCE8E-BD73-4DA9-8EBE-23EA508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81B66-654B-4107-82F2-62AD300A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修改内核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A69E0-5D65-4446-8FB7-B5AE03CC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69035-99B7-41C5-B5D7-CA75EF5F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8B8A7-121C-4B8A-ACC1-AD7D45F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C617A-B7E2-4278-B3D5-D5DFC0B4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测例+提交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91B6D-7BA2-4DF1-BE51-96067E79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DC64C-E827-4DA7-941C-51EBDC6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40F60-4602-41AB-8ECF-F39D1AA8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自动同步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10F26-65E8-4CA0-B4F8-257B3F0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每天早上 9:00 拉取最新 dev，专门同步分支，减少上游快速演进带来的冲突成本。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5581C-FAD5-492C-935B-3ACA82B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81932-7048-41D0-8C49-9876452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8BBEA-7137-4278-8A22-66BC6A3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自动修复闭环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6D6A2-E816-45EA-BAB2-E533A969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StarryOS 上跑具体任务；一旦发现相关 bug，整理 root cause 与 Test Suite，随 OS 改动提 PR 到 dev。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C95F7-9F69-405C-8520-ACAB2ADD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AB9792-2D68-42B2-82DE-702029F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908E5-A5D6-4C11-9DF7-0EA2610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 守护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C86B87-06BC-4B28-9086-06039A6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定时检查 PR CI 状态；未通过则继续收集失败、修复、推送，直到达到可合并状态。</a:t>
            </a:r>
          </a:p>
        </p:txBody>
      </p:sp>
    </p:spTree>
    <p:extLst>
      <p:ext uri="{BB962C8B-B14F-4D97-AF65-F5344CB8AC3E}">
        <p14:creationId xmlns:p14="http://schemas.microsoft.com/office/powerpoint/2010/main" val="1857115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45926-B999-4F7F-8571-AE126F50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ABA2F-EAFB-478A-B9F4-84EDAD1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E13D4-2B31-4BE6-940D-A44DF069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72CFD-6450-4D40-BC51-DE52909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PR：12 个已合入 OS 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568C2-512E-4430-AEFD-D7777CB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这些 PR 不按“改了多少文件”讲，而按 OS 行为边界拆分：进程线程、文件系统、网络 ABI、SMP 同步和调度前进性。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AAC7-7D1D-49DF-A79F-5833E96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FB9D3-E915-4E98-AFB8-8A39232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EDA9E-5152-4504-89EC-7EAB7C95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 / 线程 / futex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46DFF-F1EC-4BDB-A96B-02D2B2BF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#692 robust futex cleanup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#693 vfork parent blocking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#878 teardown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2E4BF-A0CB-47D6-8223-990D5FE1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A50EE-3C74-4FE5-BFDB-4A5F076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676AC-E3EA-4D76-9C1D-616F93C1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文件系统 / 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188DB-BCE3-412B-9870-83616CB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#800 device full transfer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4911F-9A0D-4436-A815-7DCB923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26A51-1C6F-4007-AA2B-1268AC5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5F5B3-5C8C-45D3-9CBD-D7EBE50F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 / 同步 / 调度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828E3-0841-44A6-B8E4-098E0F1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#842 CPU topology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#879 raw mutex handoff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#885 syscall entry snapshot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#926 SMP wakeup 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3BE0E-950D-4E5D-93A1-0A81ECF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65242-D5B1-48F3-9C83-ABF573F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383CD-8492-438D-8BF9-B924CAAE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网络 ABI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0EB6B-49A3-42DC-9B3D-A210E93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#694 IPv4-mapped IPv6 socket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保持 IPv6 用户态语义，内部复用 IPv4 backend。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F1C59-D021-484F-A897-FF8DC97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0CC80-FE94-462E-BAFB-96ADD1F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36691-5EA5-4F21-A170-9443D7D5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验证标准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6F023-2C2D-434E-ABFC-E4FBC50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 PR 均包含问题根因、修复范围、测试用例和 CI 或本地复现证据。</a:t>
            </a:r>
          </a:p>
        </p:txBody>
      </p:sp>
    </p:spTree>
    <p:extLst>
      <p:ext uri="{BB962C8B-B14F-4D97-AF65-F5344CB8AC3E}">
        <p14:creationId xmlns:p14="http://schemas.microsoft.com/office/powerpoint/2010/main" val="474639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B4CC0F-7CE8-4B4A-8330-BDF1458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DD913-36C5-47FB-9FEB-05D935B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B4545-DF0A-4E84-854C-7F365B1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7AB2B-C5B6-43AA-9A1D-3F71FBD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1：进程创建、vfork 与 posix_spawn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7C75A-BE47-4273-91F8-6F45BAA0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很多用户态程序不是直接“运行一个命令”，而是通过 fork/vfork/clone 创建子进程，再 exec 成目标程序。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3A097-5402-4922-8DC5-462B3984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72033-17F2-4C6E-A207-35B1067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F261-397C-445B-90EB-50D17DB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 / clone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050B1-9396-45C8-AF99-1EFF7B38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 会复制进程语义，clone 是 Linux 更底层的创建接口；线程、进程、vfork 都可以看成不同 flag 组合。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52629-FD79-4D0A-A08D-823F202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8E5A5-ABCB-447B-AADC-2DD83F4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6539C-48C6-4650-9EC1-EA72AAD0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BC86D-33E3-4AA6-B233-8ECE48E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vfork 是一种更强同步语义：子进程 exec 或 exit 前，父进程应等待。因为这段时间父子可能共享地址空间，父进程过早运行会破坏状态。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358D9-CCBD-4916-84B9-C3F2929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AFB6D-61C8-4B53-B4EF-46BB54E3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CE692-627F-4C25-8C80-DF98DB9A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posix_spawn / 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90DD8-9D9E-4D17-890F-2265981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shell、busybox、cargo 调 rustc 等路径会频繁创建子进程。posix_spawn 常用 vfork 风格实现，要求父子同步可靠。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4DB6E-ABAD-445F-B4FF-FD5B5664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5A670-1506-4E5A-B432-923CA77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老师问“为什么这个重要”：因为它是用户态启动其他程序的基础 ABI。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C63DD-932C-4ECF-9D3F-E4779462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05143-D2DF-4CFE-AEAD-13CFC85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StarryOS 自举编译里，cargo 会反复 spawn rustc/build.rs；这条路径不稳，大型 workload 就无法稳定推进。</a:t>
            </a:r>
          </a:p>
        </p:txBody>
      </p:sp>
    </p:spTree>
    <p:extLst>
      <p:ext uri="{BB962C8B-B14F-4D97-AF65-F5344CB8AC3E}">
        <p14:creationId xmlns:p14="http://schemas.microsoft.com/office/powerpoint/2010/main" val="461820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92300-D229-4240-B1BF-C47DA8E0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7F86A-B436-4F94-81FB-3951DCE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37A5-EB87-4DFF-947B-3BE3FAE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CFEAD-1B95-404D-A13F-4759AB4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1：vfork / clone 语义修复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85490-7681-4E6A-972F-44CE2EF1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修的是父进程等待条件，保证 vfork 类子进程在 exec/exit 前不会让父进程提前继续。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8A7A8-38E6-4A4F-95EB-37B9D91C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25A78-B651-499E-9D08-3A4A5E6A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51B33-5DD1-4B2F-BDC7-700BE19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117A4-0B9C-41CC-94BB-C14CF31B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B32CD-923F-4D15-951E-21083EFD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9AFE6-D7A2-424A-AD52-BC0B6A5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67BCF-9D34-437E-A267-F803B539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F793-D899-48D6-A8BB-DF4D27AD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E6E15-EE16-4FFC-9874-40D678B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843EA-B54D-4EE6-A888-EDC5EDC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旧实现把等待条件错误收窄，部分 CLONE_VFORK 场景没有等待。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3E8EB-71DE-4A4C-B161-BB85914B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4BE39-329B-4557-A5BE-97FBFB2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父进程提前返回会破坏 shell、busybox、cargo 依赖的同步顺序。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C5E01-5BA0-4B96-8DB5-3424696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B7130-F3CA-4624-B20D-82CC907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 CLONE_VFORK 等待条件，保证父进程等待 vfork_done。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81B1C-16AF-4C10-ABC5-0CA015A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EFEEA-CED6-4923-9F74-3998FC05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测例：test-vfork。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EAB9C-974C-404B-991D-ABE2525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23408-04F5-4C1A-B034-DE4E1434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影响范围：BusyBox / shell / cargo 子进程创建路径。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077DA-C3A9-4324-92C7-2CFA006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成果：修复进程创建 ABI 语义，使 BusyBox、shell 和 cargo 子进程创建路径具备更稳定的行为基础。</a:t>
            </a:r>
          </a:p>
        </p:txBody>
      </p:sp>
    </p:spTree>
    <p:extLst>
      <p:ext uri="{BB962C8B-B14F-4D97-AF65-F5344CB8AC3E}">
        <p14:creationId xmlns:p14="http://schemas.microsoft.com/office/powerpoint/2010/main" val="1889346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2E557-7ED7-41CC-B52B-F6EED160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7C4BD-1D2D-4028-BB34-EEFC4FC8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02FD1-6961-4203-B067-C40A98B0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6A5C-0632-405C-8E4D-2EB4E70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2：futex、robust list 与线程退出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C1DDF-3559-4C3F-A27A-22DEFC72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futex 是 Linux 用户态同步的核心：平时锁在用户态完成，只有等待/唤醒时才进入内核。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A636-9851-454E-8A80-A0DB9F9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E859-5C29-4BE8-9273-824DDDC0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8F9E6-CDD5-438F-B88B-36D50D66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futex 是什么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72368-30A4-495A-8529-C8D6C27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用户态锁先用原子指令竞争；竞争失败时用 futex syscall 让线程睡眠，释放锁时再由内核唤醒等待者。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00C99-205E-4AA5-8BCA-A1B505C3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1FE65-3274-44B2-AEFD-FCFC0518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86161-EDCA-4D85-AA3E-CE13E3E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robust list 是什么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577FB-5305-4C64-8E70-ECF9E73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线程持有锁时退出，用户态可能来不及释放锁。Linux 让线程登记 robust list，内核在线程退出时扫描并修复遗留锁状态。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FC128-1588-4272-A5B2-1C0FD7C4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11402-3309-46F4-A8E9-376F36C8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616A2-46FF-49FD-A940-E4E954A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为什么容易出错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AD01A-D0A4-4C8A-AC82-11809F3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robust list 指针来自用户态，本来就可能是坏地址；退出路径还常在复杂上下文里，不能因为清理失败再引入 panic。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D44CD-C6B1-42D8-BAD2-61D56C4A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2FEBE-A96A-42DF-BC53-230022E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老师问“OS 知识点”：这是用户态 pthread/mutex 与内核等待队列之间的 ABI。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9AE5A-840B-4174-BE60-30E64FC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62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12815-D764-4BBE-B7C6-DA29B8B8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578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 workload 里 build tool、runtime、pthread 都可能走这条路径；退出清理必须容错。</a:t>
            </a:r>
          </a:p>
        </p:txBody>
      </p:sp>
    </p:spTree>
    <p:extLst>
      <p:ext uri="{BB962C8B-B14F-4D97-AF65-F5344CB8AC3E}">
        <p14:creationId xmlns:p14="http://schemas.microsoft.com/office/powerpoint/2010/main" val="2071660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FC76C-3ABC-4777-AF5C-BDD8D58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1038F-0732-4A70-BF24-0CACBC5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ED2B-00D7-48CB-BA09-7631927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70E52-E180-4E7F-AEF7-907DD97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2：futex 与线程退出清理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DC3C6-6AA7-47FE-AFFF-BA08BF6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的重点是让线程退出路径能够安全处理坏 robust-list entry 和 pending futex。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BFAC-6D69-4790-BF30-6534B55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473FA-8887-44C2-B3DF-5DB2F57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EB9B-0C65-45BD-B11E-3E5BE9DF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188B9-A340-4750-9D13-4936A878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E3F89-1806-4F58-9D38-A4B34CF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E112A-F991-4084-8B14-681C642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4B4FE-A1B4-4BF7-8A2D-6F40D9C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A52E6-8A9C-46E0-890E-96B5203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6F405-1BEA-4602-80A9-DD123B5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5A3AC-6AEB-462B-8D80-103F551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用户态可以传坏 robust-list 指针，内核不能因此拖垮退出路径。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DC27C-239B-454F-B61B-8394AC4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6ADFA-7233-4FAD-8F05-2ED5D48C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pending futex 与普通 entry 混在一起，会让 pthread 退出/回收变得脆弱。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D22F5-B1DA-4549-BF00-53B72A59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7F905-323D-41C5-947A-B9E3367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坏 entry 容错清理，pending 单独处理。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31FCE-1730-4E23-BEFA-78757309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CB16F-8775-45BA-9F7A-040EA74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测例：test-futex-robust-list。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255DE-BDC4-42ED-B997-E7E741D0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10F53-FF06-40DD-820B-046B172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关联：teardown/context usercopy 修复退出路径。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EB984-F765-467A-8814-FE158924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成果：退出清理路径可以安全处理用户态异常输入，避免单个坏 robust-list 破坏进程回收流程。</a:t>
            </a:r>
          </a:p>
        </p:txBody>
      </p:sp>
    </p:spTree>
    <p:extLst>
      <p:ext uri="{BB962C8B-B14F-4D97-AF65-F5344CB8AC3E}">
        <p14:creationId xmlns:p14="http://schemas.microsoft.com/office/powerpoint/2010/main" val="6517766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296CD-A5EF-4C58-BC8E-353390A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FF7F8-B5ED-4B6C-B3E9-7A57B9DB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6027D-F702-4541-AEAC-CF8CAF5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7D1D6-10BE-4D3E-96DD-91FF7785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3：VFS、tmpfs、ext4 与真实应用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6CA9-AC00-4572-8F5F-1CF1451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Linux 应用看到的是统一的文件系统接口，但内核底下可能是内存文件系统、ext4、设备节点或 proc/sysfs。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5825D-EE65-48DB-94DA-2189B46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EF678-A3B9-4CC2-AC88-958266F8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F7A7-D342-4030-905F-19D602C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3EDA9-257D-40EE-B02C-E5D340A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是统一抽象：open/read/write/rename/unlink/getdents 等 syscall 不直接绑定某一种磁盘格式。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07A5B-3ABC-488D-A6A7-A9BB765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DF7EC-0D86-4E61-BD3F-3768D2C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0AF26-E9E6-456D-A8FA-B52BC3CA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tmpfs / ext4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FA59D-5906-481D-ABA1-4F4A7383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主要在内存里维护目录项和文件对象；ext4 需要管理 inode、bitmap、block group 等磁盘元数据。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7C418-2DBB-40CA-9595-E5DCFAF3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F7AD6-E2CF-4596-8A8C-7022ABEC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A2059-AF4E-44D0-9E63-47D5463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压力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018CA-FBC9-4548-AD19-8E27B16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cargo 编译会制造大量小文件、临时文件、rename、unlink、目录扫描和设备/pipe I/O，是检验 VFS 语义的真实压力源。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CBB23-3EF9-46AF-838B-457E9BA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3AFF2-21C5-4093-97D0-2840C74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老师问“为什么 FS 会影响编译”：因为 target 目录几乎全是 metadata 和小文件操作。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B9154-BF66-4CF7-9131-F319AAA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952C5-29FD-417D-9E90-0BEC404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这类 bug 往往不是单个命令失败，而是大量组合操作后出现目录项、inode 或短读写语义偏差。</a:t>
            </a:r>
          </a:p>
        </p:txBody>
      </p:sp>
    </p:spTree>
    <p:extLst>
      <p:ext uri="{BB962C8B-B14F-4D97-AF65-F5344CB8AC3E}">
        <p14:creationId xmlns:p14="http://schemas.microsoft.com/office/powerpoint/2010/main" val="366242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CB2A4-C542-4556-8D6C-FD1B170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51A18-512E-4A23-9BB1-2A8A86F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008F1-EA17-4235-8190-CA3302BB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64B63-F681-4FFF-8DF9-11FD4E8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3：文件系统与 VFS 正确性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392AA-DDB7-45CA-ABF4-C059E79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这一组 PR 面向真实应用的文件系统访问模式，补齐 inode 分配、rename/exec 和设备传输语义。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66B5C-6564-4437-B429-32701B5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DE687-6033-4FFC-B4F9-9114B34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D69F-E534-41EB-A8AE-BDC4D07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BE841-A454-446D-994F-1D9634C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ext4 block group 可标记 inode bitmap 未初始化；allocator 需要识别并初始化，再继续分配 inode。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AAB1A-A9FD-44CE-86E2-DF7052EE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1908E-12D8-4B5B-A8DD-963E5F8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56BC4-89E2-44D0-B2B3-2E4D1B3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293CF-87AF-4938-A743-D7F5A7E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的目录项和可执行文件生命周期要一致；rename/unlink 不能让后续 exec/open 看到错乱状态。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2D98E-2372-4032-8F7C-3533A2B5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545B8-FDE1-4599-8015-8F4C46A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BEFB8-9E0B-4E69-9200-2C310C1E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#800 device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41624-1263-4EF6-B48F-B6401DB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设备节点读写要遵守完整 transfer 语义，否则 busybox、构建脚本等用户态工具会拿到短读写。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36247-CADC-4A79-B2EE-FBCAB35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成果：文件系统层面对真实应用的目录项、inode 和设备 I/O 行为更加接近 Linux 预期。</a:t>
            </a:r>
          </a:p>
        </p:txBody>
      </p:sp>
    </p:spTree>
    <p:extLst>
      <p:ext uri="{BB962C8B-B14F-4D97-AF65-F5344CB8AC3E}">
        <p14:creationId xmlns:p14="http://schemas.microsoft.com/office/powerpoint/2010/main" val="902986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C40BB-EC6C-4872-A486-D2464F98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A0736-60B7-41AF-A712-A8FECA89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C9567-FF03-4851-88C3-DD7FE16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1E1D-0903-45FD-82CE-52A3425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 4：StarryOS guest 内自举编译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DA504-27C7-42A5-BB84-90B72982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实验目标是在 StarryOS userland 中运行 cargo build，完成 StarryOS 自身构建并输出 PASS marker。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B3570-651A-4BB8-9605-3CC50607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A8D29-F91D-4B1C-9B8D-BB13FA8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启动内核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916AD-FDB2-44A4-8D6E-3D7CD80D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8B248-82DA-455F-89CB-CB8B123C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6DB97-EB0E-4DAC-BFA5-711A15B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挂载 rootfs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07D0E-905D-4EE8-98F3-1427BDAA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ADC8A-DB2C-4764-94D2-D5AA3EF6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DBB4E-0102-47C3-BC10-06CBF59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运行 cargo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9A0DA-2591-45E6-A80A-B5B7BB17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5BDF7-7021-430E-B012-5D14B9F6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D049A-A53B-4FF3-B140-F3F15C4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定位 ELF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BE665-F082-403C-BC88-43D2F18C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ED82D-E616-4797-B642-E7A8903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D17BE-09A8-4DB9-9C99-E21CB25D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F9A4B-98DC-4436-82A1-F5BB7C8D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E1D9C-542C-4FCF-B5BB-ECBA354A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宿主对齐参考：同 StarryOS kernel 配置、同 target/profile，host cargo j1=85s，j8=29s。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1198E-25C1-49FD-AFE9-CCA3B1D8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6926B-B435-485C-A0D2-0850729D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最优：AArch64/HVF 8 核 StarryOS guest，完整 self-build 331s。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EE9BC-BB33-4BE0-A918-09710AF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E0D3E-7F61-4040-ABA4-BDADDFA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判据：进入 userland、找到 rootfs 内 StarryOS ELF、打印 PASS、无 panic/trap/FATAL/error。</a:t>
            </a:r>
          </a:p>
        </p:txBody>
      </p:sp>
    </p:spTree>
    <p:extLst>
      <p:ext uri="{BB962C8B-B14F-4D97-AF65-F5344CB8AC3E}">
        <p14:creationId xmlns:p14="http://schemas.microsoft.com/office/powerpoint/2010/main" val="111026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D600CC-5D4B-4837-A460-474A3D9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6CF0F-3D65-486D-BAC2-1D9B247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92D2-208A-42EF-9E0C-5E1C7E4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DAB9F-8AD5-4856-B53C-3E244FB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多核编译性能结果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8CF2-0B8C-444D-9D34-EB589EE7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通过脚本和构建参数调节，guest 完整 self-build 从 951s 降到 331s，约 3 倍，已稳定进入 400s 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A461-F4EE-47E3-BCEB-BD28332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D2A08-E225-46A3-8801-FBCA58B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F1F30-6D0F-41A9-AE8F-E6CD6743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951s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E598-83F9-4F98-B57A-9A18CA8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最慢 guest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D33E8-7917-4F49-A88F-06F0BCD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5CCC0-4601-4CDA-97B6-B3D9907F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CCA39-B3F5-4BBB-896B-A70A662B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642s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49E0E-4AA2-4CA8-AC2E-645C53E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默认 8 核 guest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4BB53-259D-4809-AB8B-994E2BB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02922-9EFD-48B8-815A-367EE547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DDC7B-0889-4E14-8DE2-87131F5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37CD3-EA85-4D56-BFD3-592D611E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当前最快 guest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0963D-8179-4A3A-B756-3385515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E5475-CF4F-45E3-B34B-45545B1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F57F3-AC8C-426B-B392-ACDF8651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29s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B15F1-8AA4-4E8C-AA92-2D999AFF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cargo j8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06FFE-E014-48E8-B5C0-E216D7E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FD838-BDCB-413A-84BB-F9AC2AD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7308D-0BC0-4619-AFC5-C0EF569C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289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85s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FEED8-74F3-472E-8B8A-116DCAC1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956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cargo j1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0EBF6-D40A-4397-A078-59EA0493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9677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C8127-E89E-4D3C-986C-E87FB84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端到端真正收益：951s / 331s = 2.87x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4C657-498B-4728-A906-3255509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guest 编译并行：422s / 341s = 1.24x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493CE-6A21-45B5-9F9E-4E1DD82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host 对齐参考：85s / 29s = 2.93x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53AD5-16AC-4F65-ACF5-88439B74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链接/串行尾段：642s / 427s = 1.50x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0050C-3E7B-495E-8AFF-93B107FC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注：host 与 guest 编译同一 AArch64/SMP8 StarryOS kernel；host 不进入 guest，链接项不是独立 link-only benchmark。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5126A-BB25-4D11-8C4F-0EF9057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结论：完整 guest self-build 已完成；并行收益受 Cargo critical path、guest OS/FS/SMP 和串行尾段共同限制。</a:t>
            </a:r>
          </a:p>
        </p:txBody>
      </p:sp>
    </p:spTree>
    <p:extLst>
      <p:ext uri="{BB962C8B-B14F-4D97-AF65-F5344CB8AC3E}">
        <p14:creationId xmlns:p14="http://schemas.microsoft.com/office/powerpoint/2010/main" val="17525239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7FFE3-AD78-4002-8FAD-D9B58337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04DC5-8F01-4DD0-9BCC-231E5C9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DE707-1ECF-4F65-8C29-32F47D7D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A9E80-D7E2-4C3D-B31B-321577D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性能模型与测试细项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A7ADE-C4B6-4AF9-9765-12A9E732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每个瓶颈都用接近 Cargo 行为的微基准拆开验证，而不是只给粗略归因。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0F7C1-2398-4EE9-B6BE-87A4054D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36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T_build(N) = T_std/cache + T_serial + T_parallel/N + T_fs(N) + T_smp(N) + T_wait(N)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46D8-E002-456C-8979-90C00C8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A271-B74F-4228-934A-15F68E3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47C03-B839-4FCD-91FC-19707D2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CBDF6-0343-427E-A9CD-393E6A26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fork/exec/wait 1000 次：20/11/5/3s，8 路 6.67x。模拟 cargo 反复 spawn rustc。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E7E2D-A2DE-4878-AC99-50E4337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80F46-2737-4850-8589-8538FE0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D2BE5-E91F-41A4-A422-268BA4A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短任务 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5467A-78B8-4542-8CB6-7E1F555C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 个 build-script：27/22/27/32/32s。2 路最快，过并行会被 OS/FS/SMP 成本吃掉。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6F979-D0B0-4C76-A1C7-5687D9E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94481-4689-4373-A0CC-9D62CA72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49D05-BA40-4CC4-8BD8-6B86F3EE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FS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F4832-C322-4FEA-8521-6E232838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rsext4 fileio jobs=8：47.5s→14.5s。模拟 target 小文件 create/write/rename/unlink。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13518-9F97-4382-B31A-64D0627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6BD69-ECC5-4698-830D-43D948A5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9FFD7-C395-4E36-B9DF-4B6F5BB2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宿主/QEMU参考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B86B2-08AA-42C9-A8DE-EE83CC0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同构建任务 85/29=2.93x；guest jobs-only 422/341=1.24x。raw CPU MTTCG 3.17x 不作 RISC-V correctness。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FE366-3ED9-4F68-853A-E6B4977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timestamp：artifact tail 约 2s，starry-kernel 后段约 17-20s；331s 版本主瓶颈不是纯链接。</a:t>
            </a:r>
          </a:p>
        </p:txBody>
      </p:sp>
    </p:spTree>
    <p:extLst>
      <p:ext uri="{BB962C8B-B14F-4D97-AF65-F5344CB8AC3E}">
        <p14:creationId xmlns:p14="http://schemas.microsoft.com/office/powerpoint/2010/main" val="882572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76A0C-33C7-4A04-8CD2-38198DD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EC7F-40D9-4DBE-91DE-B55C2FAA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A1499-CF1C-4CDC-9FEE-0F112AC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AAD28-E3D0-4E85-8273-A74FB70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SMP8 CPU 利用率与阶段分析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0AC7E-1B32-4A25-AD44-E1D5EB45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诊断 run 使用 GUEST_CPU_MONITOR=1 和 cargo JSON timing，耗时 457s；监控有开销，但能解释 8 核为什么没有线性加速。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E8221-DFB0-471F-BAA0-F116D9A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723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CA1E-FF4A-4561-BF42-3C98601C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C75A1-404D-4750-89EF-268213CD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11AEE-E49A-4604-85FA-2FB01C4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121C4-70E3-48F0-9D53-1258A09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D0CAD-6B5C-4CCD-A257-4B2A74B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E5956-642D-4EF7-9B61-6917B288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8C7DF-E87A-4499-B0AF-1C960BC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86075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D7B88-C9F0-4DB1-9F74-A7FCBC6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75%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BDA53-DE84-4873-A2A2-33593D5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89FC7-11BB-4B1C-8E53-3BE0097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ECCE5-A5F3-42F3-883C-DF4301C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3235"/>
            <a:ext cx="876300" cy="1148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FBC1C-5492-4006-A294-463F5DF0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7558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67%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D1474-C7B4-4E63-835C-AC469EB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0-90s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427ED-0615-4BC0-BF56-2E32EAB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build-std/proc-macro 启动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19745-F2DA-4B53-AA93-89B314F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0410"/>
            <a:ext cx="876300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3FCC2-E5DC-4322-A1E8-FE6DAF4B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276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52%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D6848-282B-4F83-BF63-3D44814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90-180s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9764E-5F59-44DC-9A26-ED79240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core/compiler_builtins 长链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DDEC9-92D7-47CE-84CF-9142A6BA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876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7E235-440B-475D-94FB-3FAD23E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9C1B5-E2A0-4D5F-9A92-8BA605D6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180-270s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64FB4-FF98-431B-ABEC-9A37F1B5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crate 图中段并行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32C80-510E-47E2-8AAC-AD60CDC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46120"/>
            <a:ext cx="876300" cy="925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0B2EF-81D6-4AF2-A308-E705E5FB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9847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54%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E4C2E-599A-42E8-844D-130565F4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270-360s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D3414-186C-4827-8E2E-9E97D03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FS/等待/短任务波动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2CB3B0-78B3-45DE-8066-E0FDD6D1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4760"/>
            <a:ext cx="8763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C8326B-895C-4CCB-9250-ED19D08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711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22%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ED76A2-22CF-43F6-98ED-F88CDC1E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360-457s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44DC3-4DF8-4393-BC1F-CC678E4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starry-kernel / final 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07DF4B-7BF2-4D62-897B-9F963EE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0981BA-8F87-4D82-98A0-3B52EDAE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5D8A2-A004-4715-A538-12DCF39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怎么看这张图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E66F19-72C1-4942-81E2-5EAABD1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前中段能吃到并行，但并不是 8 核常满；后段掉到低利用率，说明瓶颈转成 Cargo critical path、单个大 crate codegen、文件系统 metadata 与 wait/wakeup。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BB445-1976-498A-A285-44053BB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A604D3-A923-47BA-A7FA-0BE6243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8D5C80-07E2-4697-A53D-7295651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624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监控暴露的问题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A21478-66E3-4F36-9CAB-07DB8D72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旧 /proc/stat aggregate 曾出现非单调，说明 CPU 计数本身也需要内核修复；因此这里同时结合 cargo JSON timing 与微基准解释。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82825E-B74F-4B99-B926-C2FF3A7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结论：8 核是有效的，但完整 cargo 的可并行段、OS 开销和串行尾段不均衡；下一步应优化 T_wait、T_fs、T_smp。</a:t>
            </a:r>
          </a:p>
        </p:txBody>
      </p:sp>
    </p:spTree>
    <p:extLst>
      <p:ext uri="{BB962C8B-B14F-4D97-AF65-F5344CB8AC3E}">
        <p14:creationId xmlns:p14="http://schemas.microsoft.com/office/powerpoint/2010/main" val="2076332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65835-3BA6-4046-B54C-BA9DE47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DC794-4C17-4534-8BB7-529093F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E8A4-F1DF-422C-9E87-97FFB9BE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2688E-7EA8-4CE2-914F-D868683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对齐对比：为什么 host 能 2.93x，guest 只有 1.24x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F9E55-E345-4D64-A9A2-6450857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这页把同一 StarryOS kernel 构建任务的 host 参考和 guest jobs-only 放在一起，说明差距来自哪里。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3139-B1B3-470E-A733-903B0E5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0B8CE-1054-440F-A3FD-21B5EA82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6B340-4CB3-4DC3-BDD0-09FB9CC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85s -&gt; 29s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0B267-E137-4943-A1A0-ACC3A322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对齐参考，2.93x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AD47-2C11-4D8D-88D8-FD5256E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5141A-9574-41C7-9CDE-80C0919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CC252-9E08-4D16-9A3F-C03DF50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422s -&gt; 341s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2C820-0293-4392-B586-3DAB7C7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jobs-only，1.24x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B2B6F-F905-4275-968D-31147265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941E-ED65-402A-91DF-0B5E5CA3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D7AEF-AB41-44CE-9B6E-6F12BDB1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951s -&gt; 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71FED-25CB-4DE4-AFB6-9AFBA7C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端到端调优，2.87x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85D9E-17DF-4C81-96B2-D2E1D8C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F718B-25AB-4A16-BD6C-6F817C67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CB054-80DD-455A-A271-4F29DFA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Host 参考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8D828-82E4-48F2-908E-C341201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同源码、同 AArch64/SMP8 kernel config、同 release profile；cargo/rustc 跑在宿主机。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5896E-061E-4759-87DA-F066FCC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EA0D0-67A3-4FA2-A0EC-E0A2095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D3442-B840-4F88-B874-A9644D6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真实承载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BDFDB-1729-4123-ADE2-D88377E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 profile 只改 jobs，但要承担 syscall、VFS、scheduler、pipe/wait 和虚拟化边界。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F3D7A-D99C-4670-8ABC-B4919521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0847E-62D2-446C-9597-5A9CA01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FCDFD-8384-4B03-ACB2-74E388EF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15777-CEB6-4BE8-9242-95A25D77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并行空间存在；full cargo 的剩余差距来自 OS 短任务成本和串行尾段叠加。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BA148-8B50-4E55-B7F7-60441EF6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现场讲法：host 是可并行上界；guest 是 OS 真实承载能力；两者差距就是本实验定位和修复的对象。</a:t>
            </a:r>
          </a:p>
        </p:txBody>
      </p:sp>
    </p:spTree>
    <p:extLst>
      <p:ext uri="{BB962C8B-B14F-4D97-AF65-F5344CB8AC3E}">
        <p14:creationId xmlns:p14="http://schemas.microsoft.com/office/powerpoint/2010/main" val="1227684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CEB31-CBAF-4F24-99BD-46517627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01EE-7F2A-44BA-B34F-7A19C129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A6DFC-D199-49B1-91AF-09411DF0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DE2E4-1123-434B-B7DB-CC9575F6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成因拆解：Cargo、OS、QEMU 分别承担什么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5B29F-CC48-45C3-A8A1-62A4D88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最后把瓶颈按归属拆清楚，避免把所有慢都归因给 QEMU 或 Cargo。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2E56B-162E-4034-B3FB-84164B32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3B1F2-974D-4788-B21E-2F2B5FA4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BDFE2-CCE7-418C-868C-86CA60F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已经做了什么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7CC02-83BE-4940-8422-FD94FC27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0EB6D-1ACF-49D7-8C74-6431996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FE079-2673-4173-BD45-1CC4692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host 2.93x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但 guest jobs-only 1.24x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4C400-E295-4EC8-9103-C524DB9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246C9-3F52-425E-894B-2B02FD3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图有并行空间；差距主要出在 guest 运行成本。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75F51-D65B-4D38-866B-BB4EC2C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D9C1D-F31C-4BF5-BF7E-5CDCCD6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 host/guest profile，拆分 syscall、VFS、scheduler、QEMU 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BB749-FD59-451C-8A22-0601685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6DE89-BF03-4E81-8961-ACE68A7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24B4F-DD86-473B-B24D-AC4976A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fork/exec/wait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路 6.67x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01918-0B76-4566-B959-E3840DD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FEF97-C1EC-4AF6-B082-03B83DB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进程创建和等待这条 OS 热路径本身可以扩展。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E7A23-0F64-4F42-A2F7-BC8918B8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BE16A-DDC9-4A83-B317-6DEE10E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#842 CPU topology、#926 wakeup progress、#879 RawMutex handoff。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F2418-1FCE-4A6F-BD00-9F63A52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CE544-33BF-43C9-B687-E88A4AB2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BC56D-E313-4359-ADCF-52CF8598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build-script wave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路最快，8 路变慢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0DC91-C49A-4DF8-ADA3-AADBA50C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98E61-DDE3-43FD-A385-B9FDCDBD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短任务过并行后，被 pipe/wait、文件 metadata 和锁竞争反吃。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E9740-C868-49F9-A0B0-427F3BDC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6D026-C64D-4582-8A57-5719E8BD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用短基准定位 T_wait(N)、T_fs(N)、T_smp(N)，避免只等完整 build。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AC199-3AD8-4C3E-89DD-9C07047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67CC0-C204-498B-8449-45700A8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37664-1671-4ABB-AE0C-F8711EB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约 2s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8E07B7-0499-442A-9A7F-6814BEC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03184-1ED1-42EA-829C-9B442AE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331s 版本主瓶颈不是纯链接器，而是 build graph 和 codegen 尾段。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ACE84-4583-4431-98C0-22DCB2FD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7E9717-4769-4C9A-9265-1E97E4F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关闭 LTO、opt0、cgu256，串行尾段 642s -&gt; 427s。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6E35CC-CBCE-4A8C-AC6B-44FE933E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DE0FF1-B2E8-4C65-8B67-5D5A3A71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86450"/>
            <a:ext cx="967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结论：self-build 已跑通；多核不是无效，剩余瓶颈已拆成 Cargo critical path、OS 短任务成本和虚拟化边界三类。</a:t>
            </a:r>
          </a:p>
        </p:txBody>
      </p:sp>
    </p:spTree>
    <p:extLst>
      <p:ext uri="{BB962C8B-B14F-4D97-AF65-F5344CB8AC3E}">
        <p14:creationId xmlns:p14="http://schemas.microsoft.com/office/powerpoint/2010/main" val="111663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2026-05-29T20:07:18.6830000Z</dcterms:created>
  <dcterms:modified xsi:type="dcterms:W3CDTF">2026-05-29T20:07:18.6830000Z</dcterms:modified>
</coreProperties>
</file>