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74001a01da441b" /><Relationship Type="http://schemas.openxmlformats.org/officeDocument/2006/relationships/extended-properties" Target="/docProps/app.xml" Id="R0cd4c1d0bb6f43df" /><Relationship Type="http://schemas.openxmlformats.org/officeDocument/2006/relationships/officeDocument" Target="/ppt/presentation.xml" Id="R0bd2ec7a04a44b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c1905c2fa445df"/>
  </p:sldMasterIdLst>
  <p:notesMasterIdLst>
    <p:notesMasterId xmlns:r="http://schemas.openxmlformats.org/officeDocument/2006/relationships" r:id="R42ab63ea6f64490d"/>
  </p:notesMasterIdLst>
  <p:sldIdLst>
    <p:sldId xmlns:r="http://schemas.openxmlformats.org/officeDocument/2006/relationships" id="256" r:id="Rff2d2f685c5540de"/>
    <p:sldId xmlns:r="http://schemas.openxmlformats.org/officeDocument/2006/relationships" id="257" r:id="Rc4a1e34c0b634b20"/>
    <p:sldId xmlns:r="http://schemas.openxmlformats.org/officeDocument/2006/relationships" id="258" r:id="R6869eb2daff141f4"/>
    <p:sldId xmlns:r="http://schemas.openxmlformats.org/officeDocument/2006/relationships" id="259" r:id="R27be6322bf8c4616"/>
    <p:sldId xmlns:r="http://schemas.openxmlformats.org/officeDocument/2006/relationships" id="260" r:id="R9cf649df15e34778"/>
    <p:sldId xmlns:r="http://schemas.openxmlformats.org/officeDocument/2006/relationships" id="261" r:id="R6370989821254e25"/>
    <p:sldId xmlns:r="http://schemas.openxmlformats.org/officeDocument/2006/relationships" id="262" r:id="Ra661a3d41f3143db"/>
    <p:sldId xmlns:r="http://schemas.openxmlformats.org/officeDocument/2006/relationships" id="263" r:id="R43397e55cedf47d3"/>
    <p:sldId xmlns:r="http://schemas.openxmlformats.org/officeDocument/2006/relationships" id="264" r:id="R2280af3fbd20404d"/>
    <p:sldId xmlns:r="http://schemas.openxmlformats.org/officeDocument/2006/relationships" id="265" r:id="R920b03e245734a67"/>
    <p:sldId xmlns:r="http://schemas.openxmlformats.org/officeDocument/2006/relationships" id="266" r:id="Ra21c2fdcf32a4e3a"/>
    <p:sldId xmlns:r="http://schemas.openxmlformats.org/officeDocument/2006/relationships" id="267" r:id="R6c7e4cbf50854006"/>
    <p:sldId xmlns:r="http://schemas.openxmlformats.org/officeDocument/2006/relationships" id="268" r:id="R097723e153ef4503"/>
    <p:sldId xmlns:r="http://schemas.openxmlformats.org/officeDocument/2006/relationships" id="269" r:id="R0bca78458257449b"/>
    <p:sldId xmlns:r="http://schemas.openxmlformats.org/officeDocument/2006/relationships" id="270" r:id="Rd91dba7ea76249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c1905c2fa445df" /><Relationship Type="http://schemas.openxmlformats.org/officeDocument/2006/relationships/theme" Target="/ppt/theme/theme1.xml" Id="Rbccbe7df47d84e2b" /><Relationship Type="http://schemas.openxmlformats.org/officeDocument/2006/relationships/notesMaster" Target="/ppt/notesMasters/notesMaster1.xml" Id="R42ab63ea6f64490d" /><Relationship Type="http://schemas.openxmlformats.org/officeDocument/2006/relationships/presProps" Target="/ppt/presProps.xml" Id="Rc595bdb6bc454c4c" /><Relationship Type="http://schemas.openxmlformats.org/officeDocument/2006/relationships/viewProps" Target="/ppt/viewProps.xml" Id="R5331944fc5fa419a" /><Relationship Type="http://schemas.openxmlformats.org/officeDocument/2006/relationships/tableStyles" Target="/ppt/tableStyles.xml" Id="R91280bfb15004059" /><Relationship Type="http://schemas.openxmlformats.org/officeDocument/2006/relationships/slide" Target="/ppt/slides/slide1.xml" Id="Rff2d2f685c5540de" /><Relationship Type="http://schemas.openxmlformats.org/officeDocument/2006/relationships/slide" Target="/ppt/slides/slide2.xml" Id="Rc4a1e34c0b634b20" /><Relationship Type="http://schemas.openxmlformats.org/officeDocument/2006/relationships/slide" Target="/ppt/slides/slide3.xml" Id="R6869eb2daff141f4" /><Relationship Type="http://schemas.openxmlformats.org/officeDocument/2006/relationships/slide" Target="/ppt/slides/slide4.xml" Id="R27be6322bf8c4616" /><Relationship Type="http://schemas.openxmlformats.org/officeDocument/2006/relationships/slide" Target="/ppt/slides/slide5.xml" Id="R9cf649df15e34778" /><Relationship Type="http://schemas.openxmlformats.org/officeDocument/2006/relationships/slide" Target="/ppt/slides/slide6.xml" Id="R6370989821254e25" /><Relationship Type="http://schemas.openxmlformats.org/officeDocument/2006/relationships/slide" Target="/ppt/slides/slide7.xml" Id="Ra661a3d41f3143db" /><Relationship Type="http://schemas.openxmlformats.org/officeDocument/2006/relationships/slide" Target="/ppt/slides/slide8.xml" Id="R43397e55cedf47d3" /><Relationship Type="http://schemas.openxmlformats.org/officeDocument/2006/relationships/slide" Target="/ppt/slides/slide9.xml" Id="R2280af3fbd20404d" /><Relationship Type="http://schemas.openxmlformats.org/officeDocument/2006/relationships/slide" Target="/ppt/slides/slide10.xml" Id="R920b03e245734a67" /><Relationship Type="http://schemas.openxmlformats.org/officeDocument/2006/relationships/slide" Target="/ppt/slides/slide11.xml" Id="Ra21c2fdcf32a4e3a" /><Relationship Type="http://schemas.openxmlformats.org/officeDocument/2006/relationships/slide" Target="/ppt/slides/slide12.xml" Id="R6c7e4cbf50854006" /><Relationship Type="http://schemas.openxmlformats.org/officeDocument/2006/relationships/slide" Target="/ppt/slides/slide13.xml" Id="R097723e153ef4503" /><Relationship Type="http://schemas.openxmlformats.org/officeDocument/2006/relationships/slide" Target="/ppt/slides/slide14.xml" Id="R0bca78458257449b" /><Relationship Type="http://schemas.openxmlformats.org/officeDocument/2006/relationships/slide" Target="/ppt/slides/slide15.xml" Id="Rd91dba7ea76249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58372d234c348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0985f114e54311" /><Relationship Type="http://schemas.openxmlformats.org/officeDocument/2006/relationships/notesMaster" Target="/ppt/notesMasters/notesMaster1.xml" Id="Rea18d7437bfe4b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d2c406e71742bc" /><Relationship Type="http://schemas.openxmlformats.org/officeDocument/2006/relationships/notesMaster" Target="/ppt/notesMasters/notesMaster1.xml" Id="R43d4402d5d284f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25fbe6022d44d9" /><Relationship Type="http://schemas.openxmlformats.org/officeDocument/2006/relationships/notesMaster" Target="/ppt/notesMasters/notesMaster1.xml" Id="R3bfb686dcc6748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714239d6aa4831" /><Relationship Type="http://schemas.openxmlformats.org/officeDocument/2006/relationships/notesMaster" Target="/ppt/notesMasters/notesMaster1.xml" Id="Rf4e98a385b3548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fe6361bfee4d97" /><Relationship Type="http://schemas.openxmlformats.org/officeDocument/2006/relationships/notesMaster" Target="/ppt/notesMasters/notesMaster1.xml" Id="R22160cf2617547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35d91297934f39" /><Relationship Type="http://schemas.openxmlformats.org/officeDocument/2006/relationships/notesMaster" Target="/ppt/notesMasters/notesMaster1.xml" Id="R0d1cd5d87a7143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99f81fbb90446e" /><Relationship Type="http://schemas.openxmlformats.org/officeDocument/2006/relationships/notesMaster" Target="/ppt/notesMasters/notesMaster1.xml" Id="R072e34a5dbd540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04ef25df33441b" /><Relationship Type="http://schemas.openxmlformats.org/officeDocument/2006/relationships/notesMaster" Target="/ppt/notesMasters/notesMaster1.xml" Id="R0592fb77b57d4c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f216e9828c42fc" /><Relationship Type="http://schemas.openxmlformats.org/officeDocument/2006/relationships/notesMaster" Target="/ppt/notesMasters/notesMaster1.xml" Id="R08a1fcaa6e8d4d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8aacfb49d24beb" /><Relationship Type="http://schemas.openxmlformats.org/officeDocument/2006/relationships/notesMaster" Target="/ppt/notesMasters/notesMaster1.xml" Id="Rf952bda60d9a4d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0600b266bd4d67" /><Relationship Type="http://schemas.openxmlformats.org/officeDocument/2006/relationships/notesMaster" Target="/ppt/notesMasters/notesMaster1.xml" Id="R61729b2205ce42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d845f147424963" /><Relationship Type="http://schemas.openxmlformats.org/officeDocument/2006/relationships/notesMaster" Target="/ppt/notesMasters/notesMaster1.xml" Id="Ra57eed0c062f44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2a01199ae94692" /><Relationship Type="http://schemas.openxmlformats.org/officeDocument/2006/relationships/notesMaster" Target="/ppt/notesMasters/notesMaster1.xml" Id="Rbd8054e9326049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1f614506370493f" /><Relationship Type="http://schemas.openxmlformats.org/officeDocument/2006/relationships/notesMaster" Target="/ppt/notesMasters/notesMaster1.xml" Id="R37715a45a84141c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00d020f9dcd4928" /><Relationship Type="http://schemas.openxmlformats.org/officeDocument/2006/relationships/notesMaster" Target="/ppt/notesMasters/notesMaster1.xml" Id="R0dbf6ef4e2454f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93195fd8a4fc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fca68cb0b224c59" /><Relationship Type="http://schemas.openxmlformats.org/officeDocument/2006/relationships/slideLayout" Target="/ppt/slideLayouts/slideLayout2.xml" Id="Rccb6bf23f49740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b6bf23f49740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7772d47e144ff7" /><Relationship Type="http://schemas.openxmlformats.org/officeDocument/2006/relationships/notesSlide" Target="/ppt/notesSlides/notesSlide1.xml" Id="R267b64a0de7a4e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ea5596b5424af7" /><Relationship Type="http://schemas.openxmlformats.org/officeDocument/2006/relationships/notesSlide" Target="/ppt/notesSlides/notesSlide2.xml" Id="Rdf536e60eead48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07b31b2a5f4f8c" /><Relationship Type="http://schemas.openxmlformats.org/officeDocument/2006/relationships/notesSlide" Target="/ppt/notesSlides/notesSlide3.xml" Id="Rd7262866ec1e43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41e66cec174ff9" /><Relationship Type="http://schemas.openxmlformats.org/officeDocument/2006/relationships/notesSlide" Target="/ppt/notesSlides/notesSlide4.xml" Id="R99c6e0dceb8346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cb95197c7e4a02" /><Relationship Type="http://schemas.openxmlformats.org/officeDocument/2006/relationships/notesSlide" Target="/ppt/notesSlides/notesSlide5.xml" Id="R90ab4c14654548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113eb9eb194f02" /><Relationship Type="http://schemas.openxmlformats.org/officeDocument/2006/relationships/notesSlide" Target="/ppt/notesSlides/notesSlide6.xml" Id="Re4224b19b16d41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c087c89f474fe8" /><Relationship Type="http://schemas.openxmlformats.org/officeDocument/2006/relationships/notesSlide" Target="/ppt/notesSlides/notesSlide7.xml" Id="Rfa6abcb48bf94c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99ec1920364c90" /><Relationship Type="http://schemas.openxmlformats.org/officeDocument/2006/relationships/notesSlide" Target="/ppt/notesSlides/notesSlide8.xml" Id="R2c37a520930748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b18e840eea4bdd" /><Relationship Type="http://schemas.openxmlformats.org/officeDocument/2006/relationships/notesSlide" Target="/ppt/notesSlides/notesSlide9.xml" Id="Re21ee6339ca341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39a359b3fa400c" /><Relationship Type="http://schemas.openxmlformats.org/officeDocument/2006/relationships/notesSlide" Target="/ppt/notesSlides/notesSlide10.xml" Id="R64b8abb3ca714e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60502e792e4c71" /><Relationship Type="http://schemas.openxmlformats.org/officeDocument/2006/relationships/notesSlide" Target="/ppt/notesSlides/notesSlide11.xml" Id="R5aa7f33935b048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51af80db5b4fda" /><Relationship Type="http://schemas.openxmlformats.org/officeDocument/2006/relationships/notesSlide" Target="/ppt/notesSlides/notesSlide12.xml" Id="Ra0538eeecc2c42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03ebbcb2b8454f" /><Relationship Type="http://schemas.openxmlformats.org/officeDocument/2006/relationships/notesSlide" Target="/ppt/notesSlides/notesSlide13.xml" Id="Ra7df7be182c1452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7471dedc9a4cd2" /><Relationship Type="http://schemas.openxmlformats.org/officeDocument/2006/relationships/notesSlide" Target="/ppt/notesSlides/notesSlide14.xml" Id="Rdeed83fe3d3642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e7a4fde0d8470e" /><Relationship Type="http://schemas.openxmlformats.org/officeDocument/2006/relationships/notesSlide" Target="/ppt/notesSlides/notesSlide15.xml" Id="Rdb0cfa0536dc4d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FCCBAE-2220-4DB2-B45B-EEACE3A5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CAC9B-F470-4D21-B280-834943EA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StarryOS 自举编译与内核改进成果汇报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C7B6B-EF65-456A-9C8F-55C89245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BigLab-B 最终汇报 | 杨凯森 | 2026-05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774A8-21A0-475F-A560-B7C3593E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目标：让 StarryOS 承载一个真实的大型 Rust/Cargo workload，在 guest 内编译出 StarryOS 自己。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FD85B-E895-4BE3-B1D8-CC391CC9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这件事会系统性暴露 OS 层问题：进程创建、futex 退出、文件系统、SMP 同步、调度唤醒、用户态 ABI 和 QEMU/HVF 边界。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51D26-0C63-42F6-8D74-15566E97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11767-198D-4408-BA5E-90B4DCB4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方法：用 AI 驱动的持续迭代框架，把长时间实验拆成可复现、可验证、可提交的 OS 修复。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7B3AC-02AD-4E1F-929A-B83EA6CB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38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5B825-233C-4AD0-8F02-1AA0814F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成果：12 个 OS PR 已合入 TGOSKit dev；8 核 AArch64/HVF guest 完成 StarryOS self-build。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00515-B977-4CB1-B4A6-8C9BF0E9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72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74CC82-2B3D-4222-85EE-ECE0A509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673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分析：用 host 对齐参考和微基准拆清 Cargo、OS、QEMU 各自承担的性能成本。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CF0EB-EAF7-4840-BEE0-5618E9C4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95750"/>
            <a:ext cx="15811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84EE6-3E8B-4410-AFD4-54F900CA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324350"/>
            <a:ext cx="104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3C5F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93C5FD"/>
                </a:solidFill>
                <a:latin typeface="PingFang SC"/>
                <a:ea typeface="PingFang SC"/>
                <a:cs typeface="PingFang SC"/>
              </a:rPr>
              <a:t>路线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0CD9-08E1-4140-BE63-779CD223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86300"/>
            <a:ext cx="1162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真实 workload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暴露 OS 问题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形成 PR 与测例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再做性能诊断</a:t>
            </a:r>
          </a:p>
        </p:txBody>
      </p:sp>
    </p:spTree>
    <p:extLst>
      <p:ext uri="{BB962C8B-B14F-4D97-AF65-F5344CB8AC3E}">
        <p14:creationId xmlns:p14="http://schemas.microsoft.com/office/powerpoint/2010/main" val="2880877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18ED9-F9F4-49B8-BC13-5D34E436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13D73-8A53-4CAB-9555-9F10876A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04E5C-6CED-4E68-A597-39D9B320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B501A-E3CE-4FFF-83C3-E94755D0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BigLab-A：基础实验回顾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DD0B8-EFD7-4ED1-B074-7BDC22CD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本页先留作 BigLab-A 内容占位，后续按任务一实验记录补齐。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A590C-2860-42D6-A064-2B35B014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05537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80D01-0146-4059-ABD1-1282C03E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待补充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DD9D1-83A4-4538-8714-F0B0B635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4325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这里后续放 BigLab-A 的实验目标、完成情况、关键收获与仓库链接。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0EB428-4462-417D-9B24-90C1AF49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100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当前汇报重点放在 BigLab-B：AI 迭代框架、OS PR、StarryOS 自举编译与多核性能分析。</a:t>
            </a:r>
          </a:p>
        </p:txBody>
      </p:sp>
    </p:spTree>
    <p:extLst>
      <p:ext uri="{BB962C8B-B14F-4D97-AF65-F5344CB8AC3E}">
        <p14:creationId xmlns:p14="http://schemas.microsoft.com/office/powerpoint/2010/main" val="9781562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B0EEFA-05AD-4099-B671-0C99BA4A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E5021-8F76-46FE-AC81-2CC9EB40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B15B6-58ED-4F29-AA88-2E52A02E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C8ADA-7A5A-4BBF-8D07-A844227E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1：AI 驱动工程框架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30B55-7BEB-483E-9731-9C666E8A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1 的重点不是单次修 bug，而是建立一套能持续同步、运行、定位、修复和提交的工作流。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D844B-1B0A-4B94-971D-6698A8A6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F1A7C-70F4-4CD5-8B4F-5ED82F53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C024D0-966A-494D-860C-3676FA28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D619D1-5917-43CD-B935-9D6185C4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把 AI 辅助开发放进真实 OS 工程闭环：从问题发现到 PR 合并都保留证据。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3214F1-FA7C-459D-89B9-936A152A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D16986-712B-4FE2-8DF9-F2C5ECBE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AF4388-9042-406E-92A2-BC8830CF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原则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C4DD9-2064-46C9-99E2-917197EF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反馈链路超过 2 小时就先缩短：小测例、低日志、resume/cache、宿主预检、直接 QEMU。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BDF9BB-74F9-4F2B-91B3-E7A7C343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10B805-E27A-4B11-9A02-FE812B5E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F0F821-0365-4CCB-B09D-2A7418D8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9DCA74-7D53-4D77-9195-F9B86F49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规则、harness、自动同步、PR 检测、日志归档、showtime 文档与可复现脚本。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73DBD-1D31-4765-A315-E7424AAD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FAD638-D4E7-467B-8E3A-9E35ADF5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720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持续和 TGOSKit dev 对齐，避免长期偏离上游导致 PR 难合并。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667080-4422-46FB-9CBC-449572BE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14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4E958A-E113-44CC-92B2-ABEF6498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发现 OS bug 后，不停留在实验日志，而是整理 root cause、test-suite 和 PR 文案。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943E7-927B-49E4-9754-3B014594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53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2B4164-2D48-478E-A903-12A72A5D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483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长任务用于验收，短任务用于定位；两者分开，减少无效等待。</a:t>
            </a:r>
          </a:p>
        </p:txBody>
      </p:sp>
    </p:spTree>
    <p:extLst>
      <p:ext uri="{BB962C8B-B14F-4D97-AF65-F5344CB8AC3E}">
        <p14:creationId xmlns:p14="http://schemas.microsoft.com/office/powerpoint/2010/main" val="9631575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E9D8D7-F108-4ECD-B52E-E0EA0756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C2C47-1AA8-4660-B253-D8EEE9B9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4E7E9-18AE-49E2-B696-09B1180B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75D64-0C77-4058-89F2-F2D8799C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Harness 第一阶段：模型驱动测试挖掘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365CD-8471-4191-908C-2E162348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第一阶段尝试让模型生成测试并自动运行，用测试失败来反推 StarryOS 的 bug。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ABFD5-7ACE-4BB7-A325-66BFD406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DC52D4-4211-4F75-9A1A-30B3517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DE974-334A-49BC-BB77-1FAB6D6E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做法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EBEFC-C658-46F6-80D4-B55470FC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C92ED-48F6-4A6C-BC21-C5CDCD9F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50DC78-BEE2-4F43-933F-3AE9CC38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7479C-E055-4063-92FB-6180EAFE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经验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CEFEE-F900-4542-A83D-E07630DD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312FA-3E5F-4278-89AF-C37C3835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821E68-96A1-4FB0-A08A-3EE7C404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围绕 syscall、busybox 小命令和文件系统行为生成测试用例。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73B056-5D54-439D-8352-48441FF3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E64A4-F761-4825-9A6C-9163648E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模型读日志、提出怀疑点、继续补 case 或定位代码。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EFD60C-0F80-419E-86FD-352FC6D9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885D2E-7FF7-4864-A20C-763561E2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能快速覆盖很多边界输入，但缺乏 workload 方向性。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DB994A-26CF-4ED9-A7C2-423ABC82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B3F594-EBD3-47F9-A81E-685BC562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OS bug 数量不稳定，容易陷入泛化测试和低价值失败。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A0FCD1-E78F-4B6B-96A1-CE28B320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结论：纯测试挖掘可以作为补充，但不足以支撑大实验主线；后续改为真实 workload 驱动。</a:t>
            </a:r>
          </a:p>
        </p:txBody>
      </p:sp>
    </p:spTree>
    <p:extLst>
      <p:ext uri="{BB962C8B-B14F-4D97-AF65-F5344CB8AC3E}">
        <p14:creationId xmlns:p14="http://schemas.microsoft.com/office/powerpoint/2010/main" val="14882111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62DB3E-1278-4906-BA04-EEC1BD72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9B7EE-82A6-4AA9-BC1C-3222CDDA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1A177-100B-4F8D-BC0F-0B821CFF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AA0BE-B94D-402C-9CC7-2B4FBB8A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Harness 当前方案：与 StarryOS dev 紧密联动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F404D-DA5F-4FBB-8E06-12CAB96D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现在的框架以可合并 PR 为目标：每天同步 dev，在真实 StarryOS 任务中暴露问题，并沉淀测例。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3152BB-4F4A-459B-8F0C-63FD9BB2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BED38-0322-4755-867F-187752A0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1A43E-914B-44DF-A2E7-D3DF1704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同步 dev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C100-B23F-4C3D-B003-D82639DA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18072-02DD-4587-A8B2-A78883FA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F5F8D-C2B8-4D78-9331-1808A9A9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6D2F6-DC61-4836-BA51-1ABB09E3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编译/运行任务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B611D-D2D9-450C-BE92-98B57890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BB16C1-ABB5-4BBB-8FF2-BB5C2BAB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1B26A9-F3E3-402A-BC8A-8CDD69FE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6F78E6-E7EE-4B26-8480-BCBEC57B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读取输出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786565-5519-476D-A8B9-8BDA095F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476D0A-504F-4951-A19C-E11F48AD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366A0-9651-4402-8951-2976CDC0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5EF8FD-0D32-448F-927E-916B0FC0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修改内核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DDDF6A-8ACF-43AF-B5E8-7596B095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872AEF-31D6-45FD-ACBF-F58032B4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66121E-DD69-4D23-AFBD-B56C55D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8952F1-A61F-42D2-9765-1DB4CBEC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测例+提交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BA27BA-DFB7-46C0-BB18-B2F894C9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2F99F8-00E2-4415-8697-F1F8377F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3B6A03-DB21-4020-9441-CDB1DE36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自动同步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028745-4CD5-47E1-80F8-56EAE139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每天早上 9:00 拉取最新 dev，专门同步分支，减少上游快速演进带来的冲突成本。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90E668-3F3B-4889-A391-5B2ADA77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C86A07-9A67-4EEC-BF01-9D1F02D3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20B51A-B6E2-422D-9A65-094DFC13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自动修复闭环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A530F7-EC53-4336-85E9-9DE1846A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在 StarryOS 上跑具体任务；一旦发现相关 bug，整理 root cause 与 Test Suite，随 OS 改动提 PR 到 dev。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178A0C-4D73-4715-BF10-418DCD98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DE6213-0C53-45B7-9F73-C6197E01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E5905C-EF02-472B-A48E-9DF9FD3C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PR 守护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1E619D-2C49-425D-A955-3E92B331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定时检查 PR CI 状态；未通过则继续收集失败、修复、推送，直到达到可合并状态。</a:t>
            </a:r>
          </a:p>
        </p:txBody>
      </p:sp>
    </p:spTree>
    <p:extLst>
      <p:ext uri="{BB962C8B-B14F-4D97-AF65-F5344CB8AC3E}">
        <p14:creationId xmlns:p14="http://schemas.microsoft.com/office/powerpoint/2010/main" val="14594681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861688-B9CC-4664-A3FD-3C3FE71B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CBD20-31F9-49C8-9991-16989153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FA119-AEC1-4425-B3B1-FE0DB35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ED5B14-C6A5-4EA6-916A-DEB02AD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PR：12 个已合入 OS 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C2488-A73B-41BD-BBA7-C780DCF0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这些 PR 不按“改了多少文件”讲，而按 OS 行为边界拆分：进程线程、文件系统、网络 ABI、SMP 同步和调度前进性。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3DA86-5362-4126-B50D-A485DB04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D735E-9649-4C2E-B311-F63DC8BC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C6CAF-1482-494D-806E-3E33D622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 / 线程 / futex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9B603-FD5A-476F-8F43-B6DA0792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#692 robust futex cleanup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#693 vfork parent blocking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#878 teardown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21897-DDC8-4A4A-AACA-D926EB27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48602D-3D98-4646-AB90-C5EC1B07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5A35E-D643-497D-A9F7-6CDC44F0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文件系统 / 设备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168A8A-8A0F-46FF-B9B0-3A6C19ED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#800 device full transfer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63B7D-8667-42C7-9003-E5C126F7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902A98-BA6F-4B90-AEAD-056FD573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812003-6EE4-476C-8AD4-B0B3FB86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 / 同步 / 调度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8F50DF-2FD5-4757-9BC1-34E01919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#842 CPU topology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#879 raw mutex handoff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#885 syscall entry snapshot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#926 SMP wakeup progress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0866C-3FDF-4E1A-AA1A-857DD79B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B69FAE-14AD-4EE6-B433-7211AB60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2F27E6-89BB-4943-887D-A772B131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网络 ABI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6A320-B3B0-47E2-B6F4-44CDF7AA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#694 IPv4-mapped IPv6 socket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保持 IPv6 用户态语义，内部复用 IPv4 backend。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3C4641-B2A1-4EC7-8C8B-05D48CC2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3EF71-B7EC-4CB3-93E9-C0A2E164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0344DA-418F-4E93-A1BA-55F06EE5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5F183A-5908-493B-AF29-58AA593D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 PR 均包含问题根因、修复范围、测试用例和 CI 或本地复现证据。</a:t>
            </a:r>
          </a:p>
        </p:txBody>
      </p:sp>
    </p:spTree>
    <p:extLst>
      <p:ext uri="{BB962C8B-B14F-4D97-AF65-F5344CB8AC3E}">
        <p14:creationId xmlns:p14="http://schemas.microsoft.com/office/powerpoint/2010/main" val="20507640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9970C1-3CDF-42A3-9849-7A66D6C6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89F304-3E7B-4280-A66D-B3BDC739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E4204-C41A-4A57-9136-176BFB6C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995A9-DD60-47F9-91F4-B4F0992F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1：vfork / clone 语义修复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B3AB7-1585-4C6D-8D2A-0D33642D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背景：vfork 是 Linux 中为了快速创建子进程的特殊 clone；父子共享地址空间，父进程必须等子进程 exec 或 exit。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E1FDA-D3EF-4C4D-821B-96BD5976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C807F-9344-4939-ACFF-B99E5671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9A043-2ECD-4B12-8C7D-2673FE51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问题背景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B5202-90B8-4E93-B0B7-52B1DC54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464E1-3739-4756-AB6B-1FB9F1ED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9C47B-996B-4DEE-9EBA-DDBC74E3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FD02C7-160B-4DB3-8009-27B003C9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45975-C409-496F-95AE-E5977111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C853F6-D093-4BFE-B464-6ADEA9FE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9B93C-01B4-42F9-9ED7-AF519972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posix_spawn、shell 执行命令时经常走 fork/vfork + exec。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1FD27-83D3-4B83-8334-62048788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4B7D6-AB0C-434B-B552-9877841D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如果父进程过早继续运行，会破坏子进程尚未 exec 前的同步顺序。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22CEB-AB44-4644-A7B0-89FD1380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7C539E-872E-440D-B323-D190F52A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 CLONE_VFORK 等待条件，保证父进程等待 vfork_done。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8E761-D0A8-48FA-B898-88477BAC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F10FA1-8818-4207-8E42-3E81B09A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测例：test-vfork。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051BEF-E43C-4DBD-8BA0-55C39937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E7A5AE-5D35-4D38-A0DA-3DF8DAD9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影响范围：BusyBox / shell / cargo 子进程创建路径。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BD9DBD-C0EF-4807-8426-FBE703D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成果：修复进程创建 ABI 语义，使 BusyBox、shell 和 cargo 子进程创建路径具备更稳定的行为基础。</a:t>
            </a:r>
          </a:p>
        </p:txBody>
      </p:sp>
    </p:spTree>
    <p:extLst>
      <p:ext uri="{BB962C8B-B14F-4D97-AF65-F5344CB8AC3E}">
        <p14:creationId xmlns:p14="http://schemas.microsoft.com/office/powerpoint/2010/main" val="13996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0C48D1-1AED-4021-906F-B56A9F55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01E64-920C-46A3-AF70-8AF9452C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145F3-B995-4493-A393-C582C01B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6145A-D8A7-4B4C-B9FA-375B5EDB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2：futex 与线程退出清理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0FEA8-9B2C-41F6-AD5A-8489519B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背景：futex 是 Linux 用户态锁的内核等待/唤醒机制；线程退出时 robust-list 要把可能遗留的锁状态清掉。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30134-818B-4A71-A1CF-42C8AD84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A42BA-A9A5-4A68-A355-6F6A26A7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4464F-0709-452A-8E1A-ED6A0ED3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问题背景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18AF4-F025-4A9D-BB3C-F926CFBA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C3483-6328-4691-B71F-B5830251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9C7EC-71D3-4B69-A372-EC2F5E71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4EDE5D-C760-4FE8-AF7B-986ECB4D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91880-3915-4266-8DF7-74493EA4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BC0BB-87BC-473F-99CD-5CC14F81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1ABE8-48BC-4CEF-B0D7-BB0EBB8A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用户态可以传坏 robust-list 指针，内核不能因此拖垮退出路径。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E3792-1B9D-4168-8FA0-FBF5282E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7CCD68-BE1B-4533-9B1F-6A353D9D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pending futex 与普通 entry 混在一起，会让 pthread 退出/回收变得脆弱。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10A3B-C089-475A-AE25-2CFEAE3A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E7CDF-A8A2-4070-96DE-2A077A47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坏 entry 容错清理，pending 单独处理。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80A7D-1CC7-444E-A04E-316EC46C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0C68EC-7CDE-4703-B0EC-B05FA305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测例：test-futex-robust-list。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D9E496-ED52-4550-A35C-7380E330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B81990-5C68-410D-9C3E-5B8E04FF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关联：teardown/context usercopy 修复退出路径。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2949F-F2A6-4318-A515-43A47551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成果：退出清理路径可以安全处理用户态异常输入，避免单个坏 robust-list 破坏进程回收流程。</a:t>
            </a:r>
          </a:p>
        </p:txBody>
      </p:sp>
    </p:spTree>
    <p:extLst>
      <p:ext uri="{BB962C8B-B14F-4D97-AF65-F5344CB8AC3E}">
        <p14:creationId xmlns:p14="http://schemas.microsoft.com/office/powerpoint/2010/main" val="20721456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4B7F11-F1DF-4052-BFDE-96A42652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AF6A8-D1F4-4B1D-995D-6B5F9567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24993-BB71-49E4-93F0-7778D5AE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27F46-A3BE-43C2-93AF-C89BB39A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3：文件系统与 VFS 正确性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775F0-F995-4977-803E-A477AB4F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背景：Cargo 编译会大量创建、写入、rename、unlink 小文件；文件系统细节会直接影响真实应用。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07B0BC-D7ED-4B91-81A6-026BC046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9BBF5-B5F5-4C51-BF12-3BDE2E28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4DDAD-EA1A-40FF-9B4C-CF554CFF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6E86E-EB7A-4E4E-A740-A85D3B8B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ext4 block group 可标记 inode bitmap 未初始化；allocator 需要识别并初始化，再继续分配 inode。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C521B-7FAA-436A-BCAA-2D249D16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52A84-E208-4963-9C7E-444205FA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2393D-6F49-4297-8FAF-31CECE72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7CF9CE-2ED1-4E5F-B860-09BDA620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的目录项和可执行文件生命周期要一致；rename/unlink 不能让后续 exec/open 看到错乱状态。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4E87E6-FE19-4B97-8805-43FF3591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DFBD30-8895-430D-94F8-7BED5AEB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5D841-AE10-44B2-B3C5-B740B81B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#800 device 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2BE4C1-D71A-4493-A7DE-6A924583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设备节点读写要遵守完整 transfer 语义，否则 busybox、构建脚本等用户态工具会拿到短读写。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6592F-94B3-452D-9064-05AA3128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成果：文件系统层面对真实应用的目录项、inode 和设备 I/O 行为更加接近 Linux 预期。</a:t>
            </a:r>
          </a:p>
        </p:txBody>
      </p:sp>
    </p:spTree>
    <p:extLst>
      <p:ext uri="{BB962C8B-B14F-4D97-AF65-F5344CB8AC3E}">
        <p14:creationId xmlns:p14="http://schemas.microsoft.com/office/powerpoint/2010/main" val="8116235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5E98BC-9F15-4AAD-87FA-45CAFA5B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207A30-1047-4A20-8F5F-BF514BB8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1601B-8F1F-46C4-B8C3-75893D8B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27272-BE75-4A33-9090-594B097A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实验 4：StarryOS guest 内自举编译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9F592-54A2-4894-B71F-572F3D39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实验目标是在 StarryOS userland 中运行 cargo build，完成 StarryOS 自身构建并输出 PASS marker。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F9535-2D9B-4382-8F72-5254ECA4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5CFC5-C87A-4A69-B6B8-8885640E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启动内核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6B3A0-B391-4D63-BD29-A270097D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D846A-D0D3-4222-957C-17EE967E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89443-31C4-41B9-A489-539D2C98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挂载 rootfs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E4BE1-80BE-46E3-BBB3-A816B640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EB810B-C959-4A9E-A4F0-DF2BFF4C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2E4303-9588-485E-9E88-12C1DECD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运行 cargo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7C48C-A0CC-48DA-A6F4-04809A91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C0DD82-9981-46BA-BB02-EA162215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FAED2-59AB-4D51-A81B-7093E771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定位 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E60842-9B6C-4577-955A-6C378EB2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67457D-549F-4D03-91F7-F256351E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67DDF6-137C-4B70-88A8-C5E82205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D138D8-F71B-4AF1-ADA2-88B393F3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DC30DF-BA17-4A77-8742-D9B7B611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005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宿主对齐参考：同 StarryOS kernel 配置、同 target/profile，host cargo j1=85s，j8=29s。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50309-7F7A-4E0C-B161-41A9B11A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62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1092F3-22EC-4CFA-BE82-273F1AC2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577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最优：AArch64/HVF 8 核 StarryOS guest，完整 self-build 331s。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534917-54AD-48A4-BCFC-B5C75BE1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9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849310-1966-47C6-A01D-DC8FCDA9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判据：进入 userland、找到 rootfs 内 StarryOS ELF、打印 PASS、无 panic/trap/FATAL/error。</a:t>
            </a:r>
          </a:p>
        </p:txBody>
      </p:sp>
    </p:spTree>
    <p:extLst>
      <p:ext uri="{BB962C8B-B14F-4D97-AF65-F5344CB8AC3E}">
        <p14:creationId xmlns:p14="http://schemas.microsoft.com/office/powerpoint/2010/main" val="15949373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F6F647-4194-4D55-9519-D4D38F9F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C1D77-E066-4766-8506-E96C0CF5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3FFC7-ACE8-4DF5-B926-F075B69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D1C12-5A0F-4908-8F5E-9E67464B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多核编译性能结果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55986-33F3-4E49-889C-C60EC6F1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通过脚本和构建参数调节，guest 完整 self-build 从 951s 降到 331s，约 3 倍，已稳定进入 400s 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4E421-5113-4513-9467-49D53118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37DC2-7559-4208-8697-F77B64A3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56F41-0577-4991-9B9C-16D46795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951s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6C265-440F-4FF7-A15A-95B6C185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最慢 guest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4B369-A8CB-466A-AF57-7010BDAC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A4830-90D8-4583-A2C5-45D3B051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1D530-D297-4D7E-915D-E5FD9BA6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642s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AEAE19-6812-44EF-90B3-0130A7EA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默认 8 核 guest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CB1D3-DF14-48D1-961D-D19A3710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2B72EC-0987-46B3-9F44-96973A0B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87D8DE-BEA6-437A-8D46-6FEC0103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B29479-703B-4ED7-B151-3A4FDE52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当前最快 guest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A36896-7AD5-4408-9447-1770991A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7CD83-A31A-4222-A1ED-7ACECFB0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4C0EBD-BC20-48B2-A758-534BC690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29s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C5B9F0-F2E6-4426-93FE-21651B4D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D475C2-8ADE-439C-91E4-4667B5AA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FFCB89-E2AF-4E40-BF9F-71303EDA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2A3F9D-4AAD-42BF-A44F-178A5716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28900"/>
            <a:ext cx="1181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85s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3F14A-999B-4908-954E-FD454D2D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95625"/>
            <a:ext cx="1181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94AE3-48B6-4371-939E-B8F55F5E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77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E8FF7B-D3CE-4316-9630-51AE671A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6720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端到端真正收益：951s / 331s = 2.87x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D7FAD8-503D-4839-9524-D6627514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guest 编译并行：422s / 341s = 1.24x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ADC70C-48BF-40CA-802E-9E643788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host 对齐参考：85s / 29s = 2.93x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8471A4-661A-4078-8C10-19BEBBBA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9105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链接/串行尾段：642s / 427s = 1.50x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D06DD1-BC41-4B55-B661-A8A54721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注：host 与 guest 编译同一 AArch64/SMP8 StarryOS kernel；host 不进入 guest，链接项不是独立 link-only benchmark。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2AE2BE-512A-41C3-9086-37F3EBC2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结论：完整 guest self-build 已完成；并行收益受 Cargo critical path、guest OS/FS/SMP 和串行尾段共同限制。</a:t>
            </a:r>
          </a:p>
        </p:txBody>
      </p:sp>
    </p:spTree>
    <p:extLst>
      <p:ext uri="{BB962C8B-B14F-4D97-AF65-F5344CB8AC3E}">
        <p14:creationId xmlns:p14="http://schemas.microsoft.com/office/powerpoint/2010/main" val="20285537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54FED4-A36E-4C5A-884B-7C68F5A0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67F70-46CC-4852-B65E-C56CD2CA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D5143-22C4-4E73-AF90-D61269E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E7FB1-7D68-41FD-B88D-172838D4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性能模型与测试细项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75723-C29A-42D3-88BD-D6858E21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每个瓶颈都用接近 Cargo 行为的微基准拆开验证，而不是只给粗略归因。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66434-140B-444B-934A-AE7652AE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0363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T_build(N) = T_std/cache + T_serial + T_parallel/N + T_fs(N) + T_smp(N) + T_wait(N)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36CE24-B812-453E-9EF8-07D98C6C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48BBD-9844-444B-953D-19A1A348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81006-4E8D-42AB-A4BA-0093096C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进程链路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F8B2BF-8CDE-4108-B7AE-569EA7A8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fork/exec/wait 1000 次：20/11/5/3s，8 路 6.67x。模拟 cargo 反复 spawn rustc。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59A4BF-AC1B-4768-B070-776EBAA5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CC197-E76D-46B2-9A1E-B184DEB6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A394E3-AE9C-4F3F-9337-4ABFF99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短任务 wave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50EDBE-5598-4596-A8BA-CC2E567E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24 个 build-script：27/22/27/32/32s。2 路最快，过并行会被 OS/FS/SMP 成本吃掉。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C41B2-7321-4CA3-AA7C-6BE3CA9D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25899-39BC-47CA-AC58-A6F29166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E5A31-173F-40CD-A800-CC4FD360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FS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E0B69C-E2FF-4C66-8BA1-A47CFECB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rsext4 fileio jobs=8：47.5s→14.5s。模拟 target 小文件 create/write/rename/unlink。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8FCB7-EAD3-44B9-B938-8FFF1CC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6EE95A-A883-4C5D-83F5-A0E3E805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A8C222-E487-4C69-8CD4-AC3F83F2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宿主/QEMU参考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8887DC-1CB5-4CA8-9F80-446AA08D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同构建任务 85/29=2.93x；guest jobs-only 422/341=1.24x。raw CPU MTTCG 3.17x 不作 RISC-V correctness。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FBAEF5-7EB1-47EC-8508-B3F152A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timestamp：artifact tail 约 2s，starry-kernel 后段约 17-20s；331s 版本主瓶颈不是纯链接。</a:t>
            </a:r>
          </a:p>
        </p:txBody>
      </p:sp>
    </p:spTree>
    <p:extLst>
      <p:ext uri="{BB962C8B-B14F-4D97-AF65-F5344CB8AC3E}">
        <p14:creationId xmlns:p14="http://schemas.microsoft.com/office/powerpoint/2010/main" val="2254477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B5F247-D489-40CB-8D57-4F838557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15377-D9D3-45B2-902D-5B400379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85D23-C319-4D53-9196-F8F21FD6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375F13-0164-4716-A04F-0F9FE03E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SMP8 CPU 利用率与阶段分析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5C777-6D4A-4698-B65E-837ECDD9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诊断 run 使用 GUEST_CPU_MONITOR=1 和 cargo JSON timing，耗时 457s；监控有开销，但能解释 8 核为什么没有线性加速。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D42C9-42DC-4ECF-90CD-A17C033D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723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A55EA-F863-4079-BE2D-09FEABFE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719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B0BCB4-A583-4BC0-8161-09AF25DA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BD9D2-0C66-4321-A21F-473412B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4332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9AED93-6EEE-4713-BFA6-BD802A74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4807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879F7E-BCB9-4876-97F5-09BAF75D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CFFB7-2C27-48EB-B509-CFCBA11A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194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50%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05427-9D8B-46B0-81B9-CEC103E6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8607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E58D1-6D03-495F-BCE3-8E67FD2A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9082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75%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6BA248-25FF-40D5-8C37-0E04497E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574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3677A-72A2-4A83-8464-1DC941ED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A299C-826F-4B0B-878A-E445A66B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23235"/>
            <a:ext cx="876300" cy="1148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D60CD-F770-46D5-95D0-AC4992B0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77558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67%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859D74-C9E1-40BB-B286-BA31902C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0-90s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EF2A3-D16A-4785-92AA-EE78FAD0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build-std/proc-macro 启动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0BF444-524C-4C31-984F-A6E6F403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80410"/>
            <a:ext cx="876300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E4E75-5A6D-4DBD-B520-6EE5AE07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3276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52%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42D169-7B25-44A9-B93E-54AC39A8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90-180s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5CCDCA-5088-4A30-8C8F-7E11056E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core/compiler_builtins 长链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95CC03-1819-472E-9CDE-AFB32E46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71800"/>
            <a:ext cx="876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4C355F-7167-4400-8977-54E3ACB8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70%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65898E-AF99-422C-8202-077D5808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180-270s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E21E5E-35FC-40E4-BC35-57635F49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crate 图中段并行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F77E75-E52D-4584-9AD6-6C5BC93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46120"/>
            <a:ext cx="876300" cy="9258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6162FE-8E04-4A00-8F04-C2132BFD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9847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54%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35BDEE-A53A-4ED9-80FC-54F6F3F3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270-360s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250036-1F42-45C8-AB82-AF719CA4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FS/等待/短任务波动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701E75-CC4B-4194-992C-50B10649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94760"/>
            <a:ext cx="876300" cy="3771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E95960-4594-458E-A8B5-A21B6998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4711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22%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BC6BF4-C704-4CFC-8B54-28FC4CD0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360-457s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904A1B-05BA-4DE2-A61F-315FA36C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starry-kernel / final tail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DA056B-051A-4797-98CA-4FF174AE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35D3D0-1869-4DFF-ABA7-7EA4C794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F4F016-1264-42FE-B800-8236675C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怎么看这张图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C95BFF-DC1F-488B-9418-0D1C3DDD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前中段能吃到并行，但并不是 8 核常满；后段掉到低利用率，说明瓶颈转成 Cargo critical path、单个大 crate codegen、文件系统 metadata 与 wait/wakeup。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617953-5538-4DE6-B3A4-D2945EBC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8ACCBD-DDD8-421C-BA82-A2FAAC30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E15094F-01F8-4859-89B1-DC2847BD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9624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监控暴露的问题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5B79D3-4215-4838-85F9-18BFD54B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815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旧 /proc/stat aggregate 曾出现非单调，说明 CPU 计数本身也需要内核修复；因此这里同时结合 cargo JSON timing 与微基准解释。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ACA70B-EE3B-4DBB-BAB0-5564D676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结论：8 核是有效的，但完整 cargo 的可并行段、OS 开销和串行尾段不均衡；下一步应优化 T_wait、T_fs、T_smp。</a:t>
            </a:r>
          </a:p>
        </p:txBody>
      </p:sp>
    </p:spTree>
    <p:extLst>
      <p:ext uri="{BB962C8B-B14F-4D97-AF65-F5344CB8AC3E}">
        <p14:creationId xmlns:p14="http://schemas.microsoft.com/office/powerpoint/2010/main" val="6293136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860D2F-6F45-406C-846E-49CF9B77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A356B-C8A0-4B62-97D1-34179C26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A842D-FED4-4063-9EAE-0DF9E187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F3607-EE10-408A-80C7-C9BC4654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对齐对比：为什么 host 能 2.93x，guest 只有 1.24x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AD622-0CF7-48EE-90CF-A3D14223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这页把同一 StarryOS kernel 构建任务的 host 参考和 guest jobs-only 放在一起，说明差距来自哪里。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5CC19-64E5-4570-99FA-EE29574D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35155-F92E-46DE-916C-8E5EF80D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F95D18-ADEA-45D5-A66D-BC895949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85s -&gt; 29s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9C50A-E2C3-4B23-97D9-5EC1F0C2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对齐参考，2.93x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9E2670-BA75-4CE4-97AD-F1B10951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84058-239D-4EB0-BB0C-61C715D8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525BD3-9777-45B8-82AB-901C6F6E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422s -&gt; 341s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C25ED6-9114-4817-8F1C-D73A1437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jobs-only，1.24x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7924D-2CBB-4DF7-8803-50E710C5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D90A9-FADE-4DD4-B041-35F29646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048B96-C2C6-4984-83AE-549C4742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951s -&gt; 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1DB9E0-3B5F-4D09-9220-B66BD746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端到端调优，2.87x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B8EED7-0A2E-4723-B747-A4EEAC78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401E1-E917-41E9-982F-3DBAE89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7268B8-821D-47C4-A639-5418F7CB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参考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9AB57C-486D-4DA3-831F-D4A92C0F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同源码、同 AArch64/SMP8 kernel config、同 release profile；cargo/rustc 跑在宿主机。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958C46-38D1-4398-A318-FA8AD77E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E43CC-E2FE-4AD8-8984-0DE6A5E4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334932-5114-4BA3-9C7C-1BCDB00C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真实承载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D1A550-2C4F-45F4-98A8-F094897C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 profile 只改 jobs，但要承担 syscall、VFS、scheduler、pipe/wait 和虚拟化边界。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A438C-6715-49BE-91A5-14CFEFCB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F8E203-162B-4033-A8FB-1FC122D5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DA1A32-40B3-4CD2-AA1D-7397A6C6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06A607-42F8-4B9B-90EF-C2994772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并行空间存在；full cargo 的剩余差距来自 OS 短任务成本和串行尾段叠加。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7E391D-A387-42AD-BDD6-658EF900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现场讲法：host 是可并行上界；guest 是 OS 真实承载能力；两者差距就是本实验定位和修复的对象。</a:t>
            </a:r>
          </a:p>
        </p:txBody>
      </p:sp>
    </p:spTree>
    <p:extLst>
      <p:ext uri="{BB962C8B-B14F-4D97-AF65-F5344CB8AC3E}">
        <p14:creationId xmlns:p14="http://schemas.microsoft.com/office/powerpoint/2010/main" val="3040997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7286B4-8DCA-43F6-BE9B-48205032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ABE43-FF54-4F3D-919E-2CDE3E15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46A19-3D9C-4AB8-A43A-9F1E7E9F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08496-D8FB-45A3-A0AC-DFE6E7EB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成因拆解：Cargo、OS、QEMU 分别承担什么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4B82E-FCB6-4F05-B706-85D6A03E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最后把瓶颈按归属拆清楚，避免把所有慢都归因给 QEMU 或 Cargo。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E9583-D720-4BB9-8908-BA9F6302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观测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25BB6-8659-437E-B909-C073C145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归因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066AF-9598-44B0-A8ED-71FE8A53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已经做了什么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645A9-7D5B-4893-A177-4CD40F33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AD837E-2046-4E42-ACCD-B2FA7487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EF0C8-3720-407C-8190-2486326E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2.93x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但 guest jobs-only 1.24x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CD180-5419-48DB-ADA5-912814D2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7911D-B2C4-45E7-8E45-0238C8F5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图有并行空间；差距主要出在 guest 运行成本。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F9896-8A99-41B2-992B-43725F38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BAD3B-DBA3-41D2-8052-B9B7FFA1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908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 host/guest profile，拆分 syscall、VFS、scheduler、QEMU 边界。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350AC-5796-4F11-AD80-CC30F4C2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2C43C-C4E5-4F28-973A-F6B874E2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D7D0D-807C-40F1-9456-EA28BA13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fork/exec/wait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8 路 6.67x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754BF0-F806-441A-9157-EA744817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549F7-6000-45AB-8028-C9B62612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进程创建和等待这条 OS 热路径本身可以扩展。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37B47-A622-4AB1-A2FA-88AA06B8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36E034-6412-4D44-ACB3-21FF8630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337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#842 CPU topology、#926 wakeup progress、#879 RawMutex handoff。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886CC-86ED-40F5-8419-C7BBC191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9F4902-9A19-46B3-9747-9304BD51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7A271-9905-459D-8EEE-0C5ED64A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build-script wave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 路最快，8 路变慢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0ED02A-DF8A-4825-B6A6-EF463FBE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3B0D8-D3A3-4EC6-BEEF-F7AD9299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767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短任务过并行后，被 pipe/wait、文件 metadata 和锁竞争反吃。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D6AC52-FC6D-4958-9A8E-6F280788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DDC2A5-53A5-45B3-8C5D-7A912E96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用短基准定位 T_wait(N)、T_fs(N)、T_smp(N)，避免只等完整 build。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D262F4-E67D-450D-8156-0A08300C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7B1452-E111-48A2-AA74-6354810E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107AB6-F3C9-4090-BCC0-A061733F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tail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约 2s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2723F2-AFC7-416A-964D-257E5430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72D730-4825-47B9-9E5E-61A08D89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331s 版本主瓶颈不是纯链接器，而是 build graph 和 codegen 尾段。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8C614E-7BEF-4676-B88F-7F59FC24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965128-CF77-4ECD-8B0F-7F1A19E2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196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关闭 LTO、opt0、cgu256，串行尾段 642s -&gt; 427s。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8F000A-15E3-4ED3-8DBF-EA5ACD7A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53100"/>
            <a:ext cx="10248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EF3FA2-A6D2-48A7-B19C-BBCDE4B4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86450"/>
            <a:ext cx="967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结论：self-build 已跑通；多核不是无效，剩余瓶颈已拆成 Cargo critical path、OS 短任务成本和虚拟化边界三类。</a:t>
            </a:r>
          </a:p>
        </p:txBody>
      </p:sp>
    </p:spTree>
    <p:extLst>
      <p:ext uri="{BB962C8B-B14F-4D97-AF65-F5344CB8AC3E}">
        <p14:creationId xmlns:p14="http://schemas.microsoft.com/office/powerpoint/2010/main" val="15188556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2026-05-29T17:17:32.4850000Z</dcterms:created>
  <dcterms:modified xsi:type="dcterms:W3CDTF">2026-05-29T17:17:32.4850000Z</dcterms:modified>
</coreProperties>
</file>