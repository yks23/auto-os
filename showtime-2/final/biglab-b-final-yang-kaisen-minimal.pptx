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10e410ed0294e9c" /><Relationship Type="http://schemas.openxmlformats.org/officeDocument/2006/relationships/extended-properties" Target="/docProps/app.xml" Id="R4f2c654bf4e14383" /><Relationship Type="http://schemas.openxmlformats.org/officeDocument/2006/relationships/officeDocument" Target="/ppt/presentation.xml" Id="R5b1d52b6e56a4ee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5d340c3ae841fb"/>
  </p:sldMasterIdLst>
  <p:notesMasterIdLst>
    <p:notesMasterId xmlns:r="http://schemas.openxmlformats.org/officeDocument/2006/relationships" r:id="R759352631592432a"/>
  </p:notesMasterIdLst>
  <p:sldIdLst>
    <p:sldId xmlns:r="http://schemas.openxmlformats.org/officeDocument/2006/relationships" id="256" r:id="R6c8657aadbaa4765"/>
    <p:sldId xmlns:r="http://schemas.openxmlformats.org/officeDocument/2006/relationships" id="257" r:id="R55dd6a0bb5f54814"/>
    <p:sldId xmlns:r="http://schemas.openxmlformats.org/officeDocument/2006/relationships" id="258" r:id="R1e96bc08dadb4dd4"/>
    <p:sldId xmlns:r="http://schemas.openxmlformats.org/officeDocument/2006/relationships" id="259" r:id="R5ea4618f0c41413b"/>
    <p:sldId xmlns:r="http://schemas.openxmlformats.org/officeDocument/2006/relationships" id="260" r:id="Rd27e3f3a454344c8"/>
    <p:sldId xmlns:r="http://schemas.openxmlformats.org/officeDocument/2006/relationships" id="261" r:id="R56879b06888f4610"/>
    <p:sldId xmlns:r="http://schemas.openxmlformats.org/officeDocument/2006/relationships" id="262" r:id="Rc38245fa1a4d40ab"/>
    <p:sldId xmlns:r="http://schemas.openxmlformats.org/officeDocument/2006/relationships" id="263" r:id="Reb752393272f4221"/>
    <p:sldId xmlns:r="http://schemas.openxmlformats.org/officeDocument/2006/relationships" id="264" r:id="Red9a4090721c4a1d"/>
    <p:sldId xmlns:r="http://schemas.openxmlformats.org/officeDocument/2006/relationships" id="265" r:id="Rd86ff713bb284fba"/>
    <p:sldId xmlns:r="http://schemas.openxmlformats.org/officeDocument/2006/relationships" id="266" r:id="Rd9616ee505ed49fa"/>
    <p:sldId xmlns:r="http://schemas.openxmlformats.org/officeDocument/2006/relationships" id="267" r:id="Rd61869e2f46a4e72"/>
    <p:sldId xmlns:r="http://schemas.openxmlformats.org/officeDocument/2006/relationships" id="268" r:id="R76db9c73086e445e"/>
    <p:sldId xmlns:r="http://schemas.openxmlformats.org/officeDocument/2006/relationships" id="269" r:id="R01925d7f0beb479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d340c3ae841fb" /><Relationship Type="http://schemas.openxmlformats.org/officeDocument/2006/relationships/theme" Target="/ppt/theme/theme1.xml" Id="Rf359e41e9dfe4128" /><Relationship Type="http://schemas.openxmlformats.org/officeDocument/2006/relationships/notesMaster" Target="/ppt/notesMasters/notesMaster1.xml" Id="R759352631592432a" /><Relationship Type="http://schemas.openxmlformats.org/officeDocument/2006/relationships/presProps" Target="/ppt/presProps.xml" Id="Rab32f8b4d72446a5" /><Relationship Type="http://schemas.openxmlformats.org/officeDocument/2006/relationships/viewProps" Target="/ppt/viewProps.xml" Id="Rb88a6aa34b6f4751" /><Relationship Type="http://schemas.openxmlformats.org/officeDocument/2006/relationships/tableStyles" Target="/ppt/tableStyles.xml" Id="R0e09a80ac6684b7e" /><Relationship Type="http://schemas.openxmlformats.org/officeDocument/2006/relationships/slide" Target="/ppt/slides/slide1.xml" Id="R6c8657aadbaa4765" /><Relationship Type="http://schemas.openxmlformats.org/officeDocument/2006/relationships/slide" Target="/ppt/slides/slide2.xml" Id="R55dd6a0bb5f54814" /><Relationship Type="http://schemas.openxmlformats.org/officeDocument/2006/relationships/slide" Target="/ppt/slides/slide3.xml" Id="R1e96bc08dadb4dd4" /><Relationship Type="http://schemas.openxmlformats.org/officeDocument/2006/relationships/slide" Target="/ppt/slides/slide4.xml" Id="R5ea4618f0c41413b" /><Relationship Type="http://schemas.openxmlformats.org/officeDocument/2006/relationships/slide" Target="/ppt/slides/slide5.xml" Id="Rd27e3f3a454344c8" /><Relationship Type="http://schemas.openxmlformats.org/officeDocument/2006/relationships/slide" Target="/ppt/slides/slide6.xml" Id="R56879b06888f4610" /><Relationship Type="http://schemas.openxmlformats.org/officeDocument/2006/relationships/slide" Target="/ppt/slides/slide7.xml" Id="Rc38245fa1a4d40ab" /><Relationship Type="http://schemas.openxmlformats.org/officeDocument/2006/relationships/slide" Target="/ppt/slides/slide8.xml" Id="Reb752393272f4221" /><Relationship Type="http://schemas.openxmlformats.org/officeDocument/2006/relationships/slide" Target="/ppt/slides/slide9.xml" Id="Red9a4090721c4a1d" /><Relationship Type="http://schemas.openxmlformats.org/officeDocument/2006/relationships/slide" Target="/ppt/slides/slide10.xml" Id="Rd86ff713bb284fba" /><Relationship Type="http://schemas.openxmlformats.org/officeDocument/2006/relationships/slide" Target="/ppt/slides/slide11.xml" Id="Rd9616ee505ed49fa" /><Relationship Type="http://schemas.openxmlformats.org/officeDocument/2006/relationships/slide" Target="/ppt/slides/slide12.xml" Id="Rd61869e2f46a4e72" /><Relationship Type="http://schemas.openxmlformats.org/officeDocument/2006/relationships/slide" Target="/ppt/slides/slide13.xml" Id="R76db9c73086e445e" /><Relationship Type="http://schemas.openxmlformats.org/officeDocument/2006/relationships/slide" Target="/ppt/slides/slide14.xml" Id="R01925d7f0beb479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b0722e1953754f9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dbcf0c671542bd" /><Relationship Type="http://schemas.openxmlformats.org/officeDocument/2006/relationships/notesMaster" Target="/ppt/notesMasters/notesMaster1.xml" Id="Rbfd7e2343ac44b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ee72a45e01a4059" /><Relationship Type="http://schemas.openxmlformats.org/officeDocument/2006/relationships/notesMaster" Target="/ppt/notesMasters/notesMaster1.xml" Id="Rf592da16778b40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dcb7d86eb74bf8" /><Relationship Type="http://schemas.openxmlformats.org/officeDocument/2006/relationships/notesMaster" Target="/ppt/notesMasters/notesMaster1.xml" Id="R030c86fe0d594e3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a57d3fc6f944b3b" /><Relationship Type="http://schemas.openxmlformats.org/officeDocument/2006/relationships/notesMaster" Target="/ppt/notesMasters/notesMaster1.xml" Id="R0238b0430b6345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9209b1acfe47c9" /><Relationship Type="http://schemas.openxmlformats.org/officeDocument/2006/relationships/notesMaster" Target="/ppt/notesMasters/notesMaster1.xml" Id="R63fdb7595f4b427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fb66d2daa84644" /><Relationship Type="http://schemas.openxmlformats.org/officeDocument/2006/relationships/notesMaster" Target="/ppt/notesMasters/notesMaster1.xml" Id="R71c36106b7ae4c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25f369d9ae41e1" /><Relationship Type="http://schemas.openxmlformats.org/officeDocument/2006/relationships/notesMaster" Target="/ppt/notesMasters/notesMaster1.xml" Id="R13d547ff611c4ce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cf6d7254eef44f4" /><Relationship Type="http://schemas.openxmlformats.org/officeDocument/2006/relationships/notesMaster" Target="/ppt/notesMasters/notesMaster1.xml" Id="R06ae31baca3b42a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09d1556e5b4eae" /><Relationship Type="http://schemas.openxmlformats.org/officeDocument/2006/relationships/notesMaster" Target="/ppt/notesMasters/notesMaster1.xml" Id="Rb49a82cb1ced438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7a2e4605194b1b" /><Relationship Type="http://schemas.openxmlformats.org/officeDocument/2006/relationships/notesMaster" Target="/ppt/notesMasters/notesMaster1.xml" Id="R669e691f7e0d438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5ef3cb1ab544b99" /><Relationship Type="http://schemas.openxmlformats.org/officeDocument/2006/relationships/notesMaster" Target="/ppt/notesMasters/notesMaster1.xml" Id="R831b46c668144a4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737ae6612a4223" /><Relationship Type="http://schemas.openxmlformats.org/officeDocument/2006/relationships/notesMaster" Target="/ppt/notesMasters/notesMaster1.xml" Id="Rbbe69b4c6447427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514ad6afe649f6" /><Relationship Type="http://schemas.openxmlformats.org/officeDocument/2006/relationships/notesMaster" Target="/ppt/notesMasters/notesMaster1.xml" Id="R88dc9c8d315c454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e66bedb22dd4b3f" /><Relationship Type="http://schemas.openxmlformats.org/officeDocument/2006/relationships/notesMaster" Target="/ppt/notesMasters/notesMaster1.xml" Id="R1049ca48c2c142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57432ee98a4de4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bb7dc980fb241d0" /><Relationship Type="http://schemas.openxmlformats.org/officeDocument/2006/relationships/slideLayout" Target="/ppt/slideLayouts/slideLayout2.xml" Id="R2d1f9e1b96104c7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d1f9e1b96104c7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059729a9fc4628" /><Relationship Type="http://schemas.openxmlformats.org/officeDocument/2006/relationships/notesSlide" Target="/ppt/notesSlides/notesSlide1.xml" Id="Rf38b665e87a1414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4ebada12b440f1" /><Relationship Type="http://schemas.openxmlformats.org/officeDocument/2006/relationships/notesSlide" Target="/ppt/notesSlides/notesSlide2.xml" Id="Rb712d4e139ce458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e2d3589cfa47d6" /><Relationship Type="http://schemas.openxmlformats.org/officeDocument/2006/relationships/notesSlide" Target="/ppt/notesSlides/notesSlide3.xml" Id="Rf376f1838ec14f1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3c8ca5032c451e" /><Relationship Type="http://schemas.openxmlformats.org/officeDocument/2006/relationships/notesSlide" Target="/ppt/notesSlides/notesSlide4.xml" Id="R33f8b16dd55644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e92f394a214cb4" /><Relationship Type="http://schemas.openxmlformats.org/officeDocument/2006/relationships/notesSlide" Target="/ppt/notesSlides/notesSlide5.xml" Id="Ra615f97b733f45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bfe2cd169d04be5" /><Relationship Type="http://schemas.openxmlformats.org/officeDocument/2006/relationships/notesSlide" Target="/ppt/notesSlides/notesSlide6.xml" Id="Ra9f72b3d41f343a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0b673caf1764a4a" /><Relationship Type="http://schemas.openxmlformats.org/officeDocument/2006/relationships/notesSlide" Target="/ppt/notesSlides/notesSlide7.xml" Id="Rac1f6b1c22ae46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6dcc2a4963a46d6" /><Relationship Type="http://schemas.openxmlformats.org/officeDocument/2006/relationships/notesSlide" Target="/ppt/notesSlides/notesSlide8.xml" Id="Reca0c9e57a6f4b4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664fb697ec549b8" /><Relationship Type="http://schemas.openxmlformats.org/officeDocument/2006/relationships/notesSlide" Target="/ppt/notesSlides/notesSlide9.xml" Id="Rf287a3982a7c4bc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1767ed04cb4e35" /><Relationship Type="http://schemas.openxmlformats.org/officeDocument/2006/relationships/notesSlide" Target="/ppt/notesSlides/notesSlide10.xml" Id="R9f2253c312a443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3a2b941e9d42c3" /><Relationship Type="http://schemas.openxmlformats.org/officeDocument/2006/relationships/notesSlide" Target="/ppt/notesSlides/notesSlide11.xml" Id="Rdb3e3054ad2f4ba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cf3e95c6374ed8" /><Relationship Type="http://schemas.openxmlformats.org/officeDocument/2006/relationships/notesSlide" Target="/ppt/notesSlides/notesSlide12.xml" Id="R013d55a448d344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a8958610f7347fe" /><Relationship Type="http://schemas.openxmlformats.org/officeDocument/2006/relationships/notesSlide" Target="/ppt/notesSlides/notesSlide13.xml" Id="R4ef6f20f7c6f480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b46e73cf0b14d94" /><Relationship Type="http://schemas.openxmlformats.org/officeDocument/2006/relationships/notesSlide" Target="/ppt/notesSlides/notesSlide14.xml" Id="Rd361d5c4cb4c47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E54DB9-1852-4CCD-B9AF-C0FB210F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D7E279-F5C4-4189-8082-EC7B9F662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9334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300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StarryOS 自举编译与内核改进成果汇报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7F5427-4A69-484C-8FD5-4B6A6C1CC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609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CBD5E1"/>
                </a:solidFill>
                <a:latin typeface="PingFang SC"/>
                <a:ea typeface="PingFang SC"/>
                <a:cs typeface="PingFang SC"/>
              </a:rPr>
              <a:t>BigLab-B 最终汇报 | 杨凯森 | 2026-05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C1AB44-1F6D-4F58-AE7E-AA395BB20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9334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E5E7EB"/>
                </a:solidFill>
                <a:latin typeface="PingFang SC"/>
                <a:ea typeface="PingFang SC"/>
                <a:cs typeface="PingFang SC"/>
              </a:defRPr>
            </a:pPr>
            <a:r>
              <a:rPr sz="1800" b="0">
                <a:solidFill>
                  <a:srgbClr val="E5E7EB"/>
                </a:solidFill>
                <a:latin typeface="PingFang SC"/>
                <a:ea typeface="PingFang SC"/>
                <a:cs typeface="PingFang SC"/>
              </a:rPr>
              <a:t>本工作以 StarryOS guest 内自举编译 StarryOS 为目标，形成了 OS 修复、测试验证、多核性能分析和复现文档。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339637-D337-4387-90A2-10ACC16D6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2286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23D78F-A213-44E1-AEC3-C086C2796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5082A3-6DA1-4CC2-848F-1F7E026A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52950"/>
            <a:ext cx="1943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C89D1-32F4-4F9B-980B-888617D5B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9675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已合入 OS PR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293C3E-8648-45DD-A2F8-4FD9E18F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05300"/>
            <a:ext cx="2286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097063-B070-4C10-B18B-BBB9F56A2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3053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DBD322-7378-4212-BF05-97E839ED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552950"/>
            <a:ext cx="1943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79180E-A050-4004-A2EA-6D9093FE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019675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8 核 guest self-build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4E464F-DAA0-46CD-8ABA-626BE2D5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2286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F6CD29-050B-481E-9312-E961E0B69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43053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F50C27-4F09-443A-823C-20B51D8BD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552950"/>
            <a:ext cx="1943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2.87x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C375DE-02DD-4BC4-A8A6-9C79C1B43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019675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803183-2AA5-4E1A-9421-1858A653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5300"/>
            <a:ext cx="2286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89A0DE-9327-4157-9AF5-F76AE2987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05300"/>
            <a:ext cx="2286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7E247C-327E-49AE-877C-8CC7F075D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552950"/>
            <a:ext cx="1943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6.67x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0FD444-A212-47AB-AFB6-BBB3B8CE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19675"/>
            <a:ext cx="1943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fork/exec/wait</a:t>
            </a:r>
          </a:p>
        </p:txBody>
      </p:sp>
    </p:spTree>
    <p:extLst>
      <p:ext uri="{BB962C8B-B14F-4D97-AF65-F5344CB8AC3E}">
        <p14:creationId xmlns:p14="http://schemas.microsoft.com/office/powerpoint/2010/main" val="166020512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4F8ECF9-8FA5-4B96-A9D3-E33DDC14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3174E3-5A15-4046-B47A-01B17F4F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22CCDA-2165-410B-A53F-578095B8E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749AB7-05DA-462A-BFDD-6BE1B3FBB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成果总览：PR、性能与复现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EC2B1-8BDB-49AF-A4F0-597129989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本页汇总已完成的内核改进、StarryOS 自举编译结果和多核加速证据。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227D9D-2AC9-4D9A-9B99-20DB0E63E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A03EC4-B2D4-4D5D-AB2A-B73379143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E5ACE2-9129-44BF-B59C-DAEED1CFE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12 PR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04A5A3-42A0-4B9B-B13E-7272BA30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#692 #693 #694 #695 #800 #842 #843 #844 #878 #879 #885 #926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25ABA6-EF70-4B63-A19A-E07403BD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F148F0-19BA-4F11-A621-23E8D376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ECD48E-E97E-4A67-B3ED-F882B87CE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8964D2-6D31-4C9D-B5FE-A8135314C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AArch64/HVF 8 核 guest 内完整 self-build PASS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B844F9-8096-4F5B-B1BF-79712CEC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C57B46-5FFC-4B7E-B171-3EEE30D57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923218-C645-4C26-B3D1-26A64114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951s -&gt; 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DB134F1-1943-4535-98EE-4CDFF8620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 2.87x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5D9BFF-CA5F-49A7-9BE8-68A75937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1A4048-B4F4-4ED5-A1C4-8CCFEB5C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9F402-A864-4B2A-9227-F1A7AC88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20/11/5/3s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BA8218-551A-4F90-8990-C26C79A93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7825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1000 次 fork/exec/wait，8 路 6.67x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CC52AB-5858-4C15-9153-72DCB533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191000"/>
            <a:ext cx="9639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358D30-A436-4220-83A8-7834D718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438650"/>
            <a:ext cx="4381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宿主对齐参考：85s -&gt; 29s = 2.93x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326606-0A2E-4626-B2C5-632B563C6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362450"/>
            <a:ext cx="4762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同一 StarryOS AArch64/SMP8 kernel 配置与同 profile；只把 cargo/rustc 从 guest 移到 host。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F1193F-B97D-4576-8E29-2EF69B88B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结论：host 参考和 guest 对齐到同一构建任务；差别只剩运行在哪个 OS/FS/scheduler 上。</a:t>
            </a:r>
          </a:p>
        </p:txBody>
      </p:sp>
    </p:spTree>
    <p:extLst>
      <p:ext uri="{BB962C8B-B14F-4D97-AF65-F5344CB8AC3E}">
        <p14:creationId xmlns:p14="http://schemas.microsoft.com/office/powerpoint/2010/main" val="7039313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A0F0BAC-94CA-401B-B68D-8648DBEBF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6559EB-1745-463B-948A-55AACA3F4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CC3B97-DD3E-4435-90B0-FC92FE319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35D85-1EA1-40CE-B1CF-B04F34CE9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实验 1：AI 驱动的内核迭代框架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E7439-FF91-4C72-9D84-764170EC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框架目标是把 AI 辅助开发接入真实 OS 工程流程，保证每次改动可验证、可回溯、可提交。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298BD3-FED8-4191-8C97-E56F0472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519288-C26D-44A5-9775-653855860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718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同步 dev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88B82-C895-4D45-A1A7-0BF69DDF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1051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E2B5BC-F511-4C64-80C6-F53C1E9B7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70510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4D95CE-48AB-4636-AA40-D394F63AF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718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复现实验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1849D9-108A-4894-834C-4A11EE65C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1051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13C85-B3D8-4DA9-8AF3-16E5207C8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0510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78E086-DAA4-4CBF-B387-ECE6631BB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9718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修复内核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F9B2B0-AE6E-42DD-871D-5328FBE6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051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DA23DE-C4D8-47F0-A110-DEDD21227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0510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41AE8A-3568-49E0-8A8E-79B0E6EF0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718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测试用例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96B842-DE0C-49D7-A643-3B2939E07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105150"/>
            <a:ext cx="1143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4BA635-33CE-40D7-8256-578DF7D78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705100"/>
            <a:ext cx="1524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E192B3-4401-4F5F-9AD0-AB4AD685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71800"/>
            <a:ext cx="1219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PR/CI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67A17A-32CA-44D8-8135-F5E82612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910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19479B-A495-4F77-AFBD-252E244BA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286250"/>
            <a:ext cx="920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每日同步 TGOSKit dev 基线，PR 只基于 dev。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1B0E4D-B9CC-41FD-9B0C-8DEA2CC24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482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E6FE14-3705-4E50-9AFE-9D12EE5B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743450"/>
            <a:ext cx="920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反馈链路超过 2h 就缩短：小测例、低日志、resume/cache、宿主预检。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5125216-3221-4F4D-AE3B-5A4B743E1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3054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93E65C-3BD6-43C7-B0D7-5F7FF1B74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200650"/>
            <a:ext cx="9201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确认 OS bug 后立刻转成 PR：root cause、最小修复、test-suite、CI。</a:t>
            </a:r>
          </a:p>
        </p:txBody>
      </p:sp>
    </p:spTree>
    <p:extLst>
      <p:ext uri="{BB962C8B-B14F-4D97-AF65-F5344CB8AC3E}">
        <p14:creationId xmlns:p14="http://schemas.microsoft.com/office/powerpoint/2010/main" val="206900463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6C45E0E-F505-41F5-A6BE-2AF8477F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7EC0A5-073C-4209-80B6-D3247943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6C56F-C146-4A62-88B8-453174A8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C9755-3AA9-4CA0-BF88-6161C04A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内核改进成果：12 个已合入 PR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487727-B78B-4FF2-97D2-72D995D9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这些 PR 按 OS 行为边界拆分，覆盖进程线程、文件系统、网络 ABI、SMP 同步和调度前进性。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F8EF61-30A0-411F-93A0-B44F99C24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A18D4-0028-4265-A985-CC0A00FC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45E55A-2BEF-48DF-B4E1-5D0AE8BD3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 / 线程 / futex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3F76B-B377-432B-ADEB-03284B203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#692 robust futex cleanup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#693 vfork parent blocking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#878 teardown 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0E067-F7A9-4ECD-8E97-34A507CB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D9F046-29AF-4787-876B-2F18166F5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2EBC89-93CB-4E16-989B-A3F70BAE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文件系统 / 设备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4CBA4B-A144-4617-B80D-F5C9CF58B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#800 device full transfer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7EB6C-B99D-4FC7-B310-8D4DAD123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238500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AFE585-7693-401F-A9D0-7F2BDDB05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847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2A699C-6F3C-4840-9680-BEE89FB2B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SMP / 同步 / 调度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DAF571-9B4A-4E34-8BE0-3BACF739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7813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#842 CPU topology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#879 raw mutex handoff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#885 syscall entry snapshot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#926 SMP wakeup progress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C90F04-1DF8-45E3-9CB2-EA6DE97CF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D47590-4D92-4830-B0A5-9567FBEF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D7C6D8-3172-464B-8D6F-AF765FAE4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网络 ABI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560548-B211-4120-A87E-AB9FDA50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#694 IPv4-mapped IPv6 socket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保持 IPv6 用户态语义，内部复用 IPv4 backend。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857CF4-9922-4F46-A90A-92918860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323850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AB4844-36B9-433C-84C9-DC0F241D7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4762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DC5010-BC62-4BCD-A33E-24F5CB6C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48200"/>
            <a:ext cx="2781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验证标准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0A1CD0-044E-40F3-A9D7-7C97E09DD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067300"/>
            <a:ext cx="27813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 PR 均包含问题根因、修复范围、测试用例和 CI 或本地复现证据。</a:t>
            </a:r>
          </a:p>
        </p:txBody>
      </p:sp>
    </p:spTree>
    <p:extLst>
      <p:ext uri="{BB962C8B-B14F-4D97-AF65-F5344CB8AC3E}">
        <p14:creationId xmlns:p14="http://schemas.microsoft.com/office/powerpoint/2010/main" val="17023325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E1C41A-E490-4227-85C0-A2DEFC714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AA456C-64F9-4618-ADCC-DFF73877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B464DE-8253-4B9E-B7D1-425C36EF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8243D0-4BD6-4E98-93AA-8EF888757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一：vfork/clone 语义修复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75555E-5CAB-4E43-B175-4AFBF44BC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该 PR 恢复 CLONE_VFORK 父进程等待子进程 exec/exit 的 Linux ABI，影响 posix_spawn 与 shell 子进程路径。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C50C5E-51F3-4137-8CAD-41F68B630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751C4F-3A14-47C7-A2B9-800D383FB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3015BF-AA53-43AC-B271-B37FBD67B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F99CC6-8B0C-4D54-9EAE-E4F886CC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291286-0133-4C0E-AC47-D8FBBA967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B8F61-1597-41D4-9DB1-2003034D7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06C93F-055F-4EFD-987F-590195DE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016BBF-B5BE-4529-A154-9066CFD2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FC10B5-D7CE-4561-A7AF-B76D4EF9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81002B-BC49-426B-8E97-2465EB8F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CLONE_VFORK 父进程必须等到子进程 exec 或 exit。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E03CD6-4A02-4C64-AB65-3EBFC2BF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478DC1-CAB0-4B0A-9CEB-7238BECAD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把等待条件错误收窄到 stack == 0，会破坏 BusyBox、shell、timeout 依赖的父子同步顺序。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98BF40-C0EE-4FB2-AAAF-9E430687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0014AC-C11A-4C89-8428-8BA36CA0D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所有 CLONE_VFORK 子进程都建立并等待 vfork_done。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3004CA-0C77-4278-8935-51D9E9E2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647590-D24C-41D4-9B06-0703BBE90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测例：test-vfork。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73272E8-6A77-413F-8D83-B9A8C4BB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84F9CF-EFF0-4C8C-9536-F6FF57750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影响范围：BusyBox / shell / cargo 子进程创建路径。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3E7E6C-8403-40B6-9BE0-AB61DC17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成果：修复进程创建 ABI 语义，使 BusyBox、shell 和 cargo 子进程创建路径具备更稳定的行为基础。</a:t>
            </a:r>
          </a:p>
        </p:txBody>
      </p:sp>
    </p:spTree>
    <p:extLst>
      <p:ext uri="{BB962C8B-B14F-4D97-AF65-F5344CB8AC3E}">
        <p14:creationId xmlns:p14="http://schemas.microsoft.com/office/powerpoint/2010/main" val="200681339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18FB4F-E478-4D3C-9E8D-80137F17B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BDA62E-8AA0-445E-BC82-F8B94C6DA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949446-4C09-44BA-9A5A-5A50D7ED2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33A263-B806-45F8-8F53-BA5908911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二：futex 与线程退出清理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827A8D-1FF5-4E6C-B781-8FFFC889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该组修复提升了线程退出路径对用户态坏地址和 pending futex 状态的容错能力。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B3E019-05AC-4A91-87DD-D6D4BC2F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224675-17F2-4C1A-A19A-B89D4607A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5AFF53-EFF6-4A76-A5D7-26130127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43732-0489-4D90-BA8E-5838227BD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ECE656-4689-4DCC-B5F8-6A9D6B66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953000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C277FC-DE72-4505-8E20-CF2455E79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76450"/>
            <a:ext cx="4762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833490-597E-4A57-870A-CC08AC8C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495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修复与测例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3D592C-B1F7-4C6D-9277-A8A7E8FC6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05100"/>
            <a:ext cx="449580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0536EC-2BB4-4125-B5FE-B22139996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BA020D-340B-4B64-83A9-9EFC8EE3D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robust-list bad head 可能来自用户态坏指针。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79ADA3-9940-485F-9D67-3EAD2B134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551838-8EDA-4F10-80FF-989EDB030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pending futex 和普通 entry 清理混在一起，会污染退出路径。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13754C7-9AF5-44A2-8E89-263F6D0A1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24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991612-1629-4285-8107-47DA9FBCC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坏 entry 容错清理，pending 单独处理。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59D282-C646-4783-8924-2A4CDC8E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54295B-849F-4583-B7C1-D402F1868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37185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测例：test-futex-robust-list。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9BE710-D1AF-4EFC-9FEB-1A81BC19E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0290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DB6B6E-E6E2-41DB-95E2-9DB288F3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924300"/>
            <a:ext cx="386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关联：teardown/context usercopy 修复退出路径。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DA2323-6626-4659-8144-0A3B83F0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成果：退出清理路径可以安全处理用户态异常输入，避免单个坏 robust-list 破坏进程回收流程。</a:t>
            </a:r>
          </a:p>
        </p:txBody>
      </p:sp>
    </p:spTree>
    <p:extLst>
      <p:ext uri="{BB962C8B-B14F-4D97-AF65-F5344CB8AC3E}">
        <p14:creationId xmlns:p14="http://schemas.microsoft.com/office/powerpoint/2010/main" val="17456417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67C4044-DF9A-4059-803F-A1747431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C2E479-70C8-419E-A6C1-02F13A9A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167E84-9490-43E6-BEE8-50053E86F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8CE838-A582-4D57-AD46-F1D4979B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三：文件系统与 VFS 正确性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C88BCB-8485-4292-84EA-5311F71B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这些修复面向真实应用的文件系统访问模式，补齐 inode 分配、rename/exec 和设备传输语义。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576DD-6C0C-4351-B7C0-386AEE3F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4C6AE2-4205-4C9F-A9B1-6FD550643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4FB62C-3497-4204-8763-0009D1304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#695 rsext4 inode bitmap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B60D74-D9CB-4B61-9A33-B4D66C402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19400"/>
            <a:ext cx="2686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未初始化 inode bitmap 不能直接跳过整个 block group；应初始化后继续分配。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60F3C8-D01E-4E88-9922-0C07888F8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31432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4F159-C0C7-4F2A-A9D2-FE9C0BBFF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1907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330148-E382-4B68-BA02-BE1A0A583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#844 tmpfs rename exec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D4CADC-BDB9-422D-98A4-7C32DC03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19400"/>
            <a:ext cx="2686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rename/unlink 与 exec/open 组合不能留下不一致目录状态。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C890B0-D803-458A-8C65-EAFCD662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3143250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12C503-F955-4B33-8AD6-1F892ADE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47625" cy="1828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D7D67C-ED34-4CA2-A21A-C1D44F436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2686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#800 device transfer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E5CE35-DAFC-40EC-8BC9-4AC537B7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819400"/>
            <a:ext cx="2686050" cy="1085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设备读写需要支持完整 transfer，避免用户态工具拿到短读写。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2BEA26-DE4E-44E2-8638-B124535D4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成果：文件系统层面对真实应用的目录项、inode 和设备 I/O 行为更加接近 Linux 预期。</a:t>
            </a:r>
          </a:p>
        </p:txBody>
      </p:sp>
    </p:spTree>
    <p:extLst>
      <p:ext uri="{BB962C8B-B14F-4D97-AF65-F5344CB8AC3E}">
        <p14:creationId xmlns:p14="http://schemas.microsoft.com/office/powerpoint/2010/main" val="4072373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B20D0AD-510E-4507-90FF-9CFDE6512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E1555D-F201-4A5D-8978-DBD16FCF4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AC5B94-96B1-4FC0-B27E-749B781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2B9CC-6385-462E-94F5-776E050C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重点 PR 四：SMP 同步与调度前进性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CC1327-8266-4BA2-9BA4-D8B06A8B2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多核自举编译暴露了短任务、等待唤醒和远端 runqueue 上的前进性问题。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56285F-A312-4225-9516-B6F71DD6F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31908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20CF2C-FDEB-4A83-8417-300D0ED31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36F5E5-5C5A-4C6C-AD18-8C3CC238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#842 CPU topology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D62EAE-DDC5-48EC-9382-01637D319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19400"/>
            <a:ext cx="2733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给用户态暴露正确 CPU 拓扑，避免多核环境下配置和调度判断失真。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75F97-E9AF-4E57-AEA7-B651393E1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31908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397FFB-EC69-45B5-9DEE-A72F4345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A0BED7-B1C4-43CE-9120-1D6416405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#879 RawMutex handoff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27C341-6809-4183-89DF-13DD4FAA4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19400"/>
            <a:ext cx="2733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修复同步原语 handoff 边界，降低锁竞争下的错误唤醒风险。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0C3E5-8ABE-4E94-ADF1-2E076AD5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1908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7B8385-C1D4-429C-AB53-354233F4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4762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D4E9E-C749-42AA-ADB9-C4745883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#926 wakeup progress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0FD401-66BB-4CE3-8984-13B161671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819400"/>
            <a:ext cx="2733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wait queue / remote runqueue wakeup 需要保证前进性。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997714-D467-47AB-8DF7-9BBAEC72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339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8E5514-7393-4BFC-8815-2D84EA951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29150"/>
            <a:ext cx="9486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验证：fork/exec/wait 1000 次在 j1/j2/j4/j8 下为 20/11/5/3s。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2DB6E3-88E1-4386-8413-84C09A98F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01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C65DA8-9EE2-4FE2-9C38-A8BEC494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105400"/>
            <a:ext cx="94869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分析：完整 cargo 的剩余瓶颈集中在 T_wait、T_smp、T_fs 和串行尾段。</a:t>
            </a:r>
          </a:p>
        </p:txBody>
      </p:sp>
    </p:spTree>
    <p:extLst>
      <p:ext uri="{BB962C8B-B14F-4D97-AF65-F5344CB8AC3E}">
        <p14:creationId xmlns:p14="http://schemas.microsoft.com/office/powerpoint/2010/main" val="14409969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FCD39CC-FA70-4EE8-95B6-FC1A1BFCD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F0ED2C-58AC-4094-9070-9184BD25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1FC833-27E1-4403-B315-FA458738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42DEFC-BE17-4224-B87F-DDD1B76E4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实验 4：StarryOS guest 内自举编译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1F808-849E-44D3-8B02-C12A72ABA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实验目标是在 StarryOS userland 中运行 cargo build，完成 StarryOS 自身构建并输出 PASS marker。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F5EA32-FF2B-4D2C-8B5E-857E61B5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01150B-BF83-478D-88C9-3A75B490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启动内核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62F670-3334-48E1-AB59-FB626BF1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4B7CEE-F2A8-43F5-A052-AC7C419DA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213698-0B4A-4967-A834-D4596D41C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挂载 rootfs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0BDBCE-D181-44CE-996E-9FD914EA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C6F44F-0490-42F5-B8CC-CB2A7D7C6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04F778-EC10-4E5C-A8E8-52A573618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运行 cargo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B152D2-8E7F-4DD3-9E6D-B85B90257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5F0A79-7228-42DE-873E-83F594837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016A08-9D00-402E-ACF9-AFA78655E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定位 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D9C234-96CA-4E79-842E-335F71835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133725"/>
            <a:ext cx="723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61CBBC-C7AA-445B-8493-DC5364E7B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724150"/>
            <a:ext cx="1524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1D9F56-5589-455F-8A30-E38FACF8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0375"/>
            <a:ext cx="12573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PASS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5ED1D4-B9CE-4B29-8175-06F80603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053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61043A-AB75-4534-A7BF-CB37DD200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4005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宿主对齐参考：同 StarryOS kernel 配置、同 target/profile，host cargo j1=85s，j8=29s。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0DC9307-9084-4C16-8D5A-FE10ECA7D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9625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3DF0EB-BACD-4A7B-A6FF-9114373F6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8577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最优：AArch64/HVF 8 核 StarryOS guest，完整 self-build 331s。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8F693C1-0366-4767-A652-A39E5405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4197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9A345E-ED91-475F-BD6E-19139E7C8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314950"/>
            <a:ext cx="95821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判据：进入 userland、找到 rootfs 内 StarryOS ELF、打印 PASS、无 panic/trap/FATAL/error。</a:t>
            </a:r>
          </a:p>
        </p:txBody>
      </p:sp>
    </p:spTree>
    <p:extLst>
      <p:ext uri="{BB962C8B-B14F-4D97-AF65-F5344CB8AC3E}">
        <p14:creationId xmlns:p14="http://schemas.microsoft.com/office/powerpoint/2010/main" val="2080080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C0F3CB-888A-4612-B19A-6E497686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CA522-BBC3-4753-8A7F-A69FADFF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766B52-7E25-43D0-A741-2D86A9BCA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C8FFBB-1230-4EC6-A090-A97BFCAD1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多核编译性能结果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88052C-FEC7-4781-9AC3-E4AF1312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本页拆分端到端、编译并行、链接/串行尾段三种加速比，避免混用分母。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4985E8-39DE-4F30-9EFC-B799CE105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E837C-78DD-4DC0-B7B2-B75C3C449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23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40A7AA-64FE-4964-BDDB-B098905D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B42318"/>
                </a:solidFill>
                <a:latin typeface="PingFang SC"/>
                <a:ea typeface="PingFang SC"/>
                <a:cs typeface="PingFang SC"/>
              </a:rPr>
              <a:t>951s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FBBB3B-6E9B-48A1-A7AB-ADD28768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最慢 guest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AD6193-07A0-4961-BADF-CD333ED5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575AD-7542-49C8-8EE6-A4D35D3A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E60077-43D3-4D2E-8369-AE81A5E5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642s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6A8462-756F-45B4-A0F5-D866C5111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默认 8 核 guest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2D80E-037B-49CF-B791-9594F3B2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4EC416-F2EF-4751-A728-664CC18D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3525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FDDCC2-3A16-44E5-B5D8-7DEC44D0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C3C9A4-B13F-4CD2-9ACD-E44A51A3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当前最快 guest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3A7235-AAE6-4A4B-B96A-5AD97CC81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E330C2-62BA-4BFB-9785-C848BD84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CFCB991-342B-4946-87FE-200FDF08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628900"/>
            <a:ext cx="1657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29s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8A91C5-A8E9-4359-97EC-D2F28C07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095625"/>
            <a:ext cx="16573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E657A6-53C0-44C9-BE3D-04A755A79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D4FEAF-6253-4C17-ABA4-C01345683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2175" y="2381250"/>
            <a:ext cx="1524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0EBBB3-A068-442A-85D1-401035699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2628900"/>
            <a:ext cx="11811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85s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1736CCE-C2D7-44A5-9B45-B691D47F8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095625"/>
            <a:ext cx="11811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cargo j1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A31212-3C97-431F-94C6-4878FB095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95750"/>
            <a:ext cx="96774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290C21-13B0-4299-8FD3-28E2CD19F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26720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端到端真正收益：951s / 331s = 2.87x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9EDE408-1C76-4A7B-B7C5-B20D98C1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91050"/>
            <a:ext cx="4381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guest 编译并行：422s / 341s = 1.24x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639AA7-EFCA-42A7-A5C1-90314249C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26720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host 对齐参考：85s / 29s = 2.93x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395C6C-5857-4690-92EA-3D957305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591050"/>
            <a:ext cx="4095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链接/串行尾段：642s / 427s = 1.50x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57D1EB-7903-4E33-A6D4-DE01766AF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72050"/>
            <a:ext cx="885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注：host 与 guest 编译同一 AArch64/SMP8 StarryOS kernel；host 不进入 guest，链接项不是独立 link-only benchmark。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CC17C6-9EC2-4B66-9612-9231C3A56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结论：完整 guest self-build 已完成；并行收益受 Cargo critical path、guest OS/FS/SMP 和串行尾段共同限制。</a:t>
            </a:r>
          </a:p>
        </p:txBody>
      </p:sp>
    </p:spTree>
    <p:extLst>
      <p:ext uri="{BB962C8B-B14F-4D97-AF65-F5344CB8AC3E}">
        <p14:creationId xmlns:p14="http://schemas.microsoft.com/office/powerpoint/2010/main" val="90585109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6750EF-1104-4F35-B52D-FCFFD40B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7B3DA9-00F9-4719-BDC2-6E0A37AE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F46A5-9947-4840-AC78-B6A6C6425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2CF1B-13E3-441A-9F20-D889B8C9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性能模型与测试细项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D972AE-A1EA-42A9-816F-6AB270339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每个瓶颈都用接近 Cargo 行为的微基准拆开验证，而不是只给粗略归因。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B6CB2-A0A1-4BAC-AB79-D4C05520E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62150"/>
            <a:ext cx="103632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T_build(N) = T_std/cache + T_serial + T_parallel/N + T_fs(N) + T_smp(N) + T_wait(N)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169032-3398-44D5-8B9E-B543DE50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789CC9-2AA4-4B8A-8981-B38A8F28C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2A1BE1-EDCF-45A7-8B76-7E989895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进程链路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F29A2F-F644-4AC0-A9FF-ADC19767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fork/exec/wait 1000 次：20/11/5/3s，8 路 6.67x。模拟 cargo 反复 spawn rustc。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BA1D47-698D-4735-8D26-9D07F39F9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008FCCF-225F-492B-BF20-EDF4E0C00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BC752B-1EBC-4DD5-A620-604691EF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短任务 wave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B7D0E3-217A-4B76-AB8F-956691AFA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24 个 build-script：27/22/27/32/32s。2 路最快，过并行会被 OS/FS/SMP 成本吃掉。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CBEC07-254B-443E-852B-4242DC4E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3E6A69-C557-4D59-B86E-FC7580E49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3A2788-0C17-49AE-8C03-2B99D323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FS metadata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12CC0E-04BD-4E79-B985-35B045E12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rsext4 fileio jobs=8：47.5s→14.5s。模拟 target 小文件 create/write/rename/unlink。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80DA24-7696-4008-99CE-4CB7198D9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2571750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3947E2-74FF-46C4-9AB0-65D2A4770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48000"/>
            <a:ext cx="47625" cy="144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DAE949-A4F3-4DAF-B76F-7C2A4FD1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257550"/>
            <a:ext cx="2114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宿主/QEMU参考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3EDDA5-0E15-4AB2-B6C7-F2E78EAFC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676650"/>
            <a:ext cx="21145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同构建任务 85/29=2.93x；guest jobs-only 422/341=1.24x。raw CPU MTTCG 3.17x 不作 RISC-V correctness。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A489A0-C72C-4894-A6B0-3782BE930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72050"/>
            <a:ext cx="10287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final link timestamp：artifact tail 约 2s，starry-kernel 后段约 17-20s；331s 版本主瓶颈不是纯链接。</a:t>
            </a:r>
          </a:p>
        </p:txBody>
      </p:sp>
    </p:spTree>
    <p:extLst>
      <p:ext uri="{BB962C8B-B14F-4D97-AF65-F5344CB8AC3E}">
        <p14:creationId xmlns:p14="http://schemas.microsoft.com/office/powerpoint/2010/main" val="18373157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8F7D5BC-DB19-4050-B255-9697462CE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C2CFB2-E8BA-44FA-8401-C8A6C86A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C38278-25F8-4AFD-9468-0E47A692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BA8352-1A9C-41FA-A8E3-71FE5668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对齐对比：为什么 host 能 2.93x，guest 只有 1.24x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0D45F4-3017-4397-94D2-B43211C8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这页把同一 StarryOS kernel 构建任务的 host 参考和 guest jobs-only 放在一起，说明差距来自哪里。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06019C-43DC-4857-AA10-C99FF91B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097DED-EDB6-40C7-8E14-7B86B66D5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294CD8-A102-4EFB-A6F3-4AFF57C8B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85s -&gt; 29s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FAFAB0-9E40-4455-97AF-F2405484F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host 对齐参考，2.93x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07CF3-8744-4BC9-BBF3-CAFD8D9B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2981C3-FE57-4FB4-9FB8-6E26D888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F54805-B2E3-4CEE-A821-8E54543E5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C45A18"/>
                </a:solidFill>
                <a:latin typeface="PingFang SC"/>
                <a:ea typeface="PingFang SC"/>
                <a:cs typeface="PingFang SC"/>
              </a:rPr>
              <a:t>422s -&gt; 341s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59FEE6-44FF-4B29-81D1-57C1B8ED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jobs-only，1.24x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264F93-4A7B-4CAA-AACF-55F0B3F66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66950"/>
            <a:ext cx="2476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916E6D-7C3F-402D-ADC9-3794F3041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266950"/>
            <a:ext cx="2476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667030-C9F5-434C-9D79-50626F57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14600"/>
            <a:ext cx="2133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148A5A"/>
                </a:solidFill>
                <a:latin typeface="PingFang SC"/>
                <a:ea typeface="PingFang SC"/>
                <a:cs typeface="PingFang SC"/>
              </a:rPr>
              <a:t>951s -&gt; 331s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D22B2-F860-43B6-A617-199BEFD19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981325"/>
            <a:ext cx="2133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guest 端到端调优，2.87x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4E7412-D120-4D8B-8016-078713AD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2190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5111BC-4EC4-4199-9259-3116C142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266950"/>
            <a:ext cx="2190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A42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16BE2C-E17E-4BF7-A06E-C5B5BB0DA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14600"/>
            <a:ext cx="1847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6A42B8"/>
                </a:solidFill>
                <a:latin typeface="PingFang SC"/>
                <a:ea typeface="PingFang SC"/>
                <a:cs typeface="PingFang SC"/>
              </a:rPr>
              <a:t>20/11/5/3s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6014F9-1883-4BB3-8738-444DA241D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81325"/>
            <a:ext cx="1847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进程短链路，6.67x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1543FC1-95E1-4010-AAD0-99492FBE2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95750"/>
            <a:ext cx="104203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F9EDA0-EDFE-4496-871A-442C2882D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42912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46B73A-915E-4A99-86D5-2A20B9CB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324350"/>
            <a:ext cx="92964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host 对齐参考：同源码、同 AArch64/SMP8 kernel config、同 release profile；只是不进入 guest，不承担 StarryOS syscall、VFS、scheduler。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F72374-3C3B-43D2-881D-C04B3CEE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519E9E-DA22-4A2B-B020-829B509C0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57725"/>
            <a:ext cx="92964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guest jobs-only：同 profile 下只改 jobs，真实承担 fork/exec/wait、pipe、FS metadata、runqueue、锁竞争和虚拟化边界。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36C878-3CB3-4464-8D45-1FA6A3F7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095875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41A5F9-831E-4712-89BC-5628BA0B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991100"/>
            <a:ext cx="92964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结论：并行空间存在；没有线性加速不是因为多核无效，而是 full cargo 把 OS 短任务成本和串行尾段叠在一起。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77A93A-010D-4D0F-B024-8069627A4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现场讲法：host 是可并行上界；guest 是 OS 真实承载能力；两者差距就是本实验定位和修复的对象。</a:t>
            </a:r>
          </a:p>
        </p:txBody>
      </p:sp>
    </p:spTree>
    <p:extLst>
      <p:ext uri="{BB962C8B-B14F-4D97-AF65-F5344CB8AC3E}">
        <p14:creationId xmlns:p14="http://schemas.microsoft.com/office/powerpoint/2010/main" val="13270059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CD3A6C9-A584-4584-AEE6-FC21C3EF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E11E23-A0F4-4152-88B5-BE80F3ED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35F3F-A7E5-46EA-B49D-209B4F42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577FA5-7AE5-4EEC-A4AA-C8E809FB1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成因拆解：Cargo、OS、QEMU 分别承担什么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CF8569-871E-4934-A4D9-BDC7D802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最后把瓶颈按归属拆清楚，避免把所有慢都归因给 QEMU 或 Cargo。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32CBB4-0068-4CF5-9472-EA4EC2B4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32861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A2F72-2F37-4837-B206-E9F68D94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47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3C22AA-9750-49F2-B25D-66CAE83AB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43150"/>
            <a:ext cx="28289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Cargo / Rust 部分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B6145-0461-4528-875A-8E72529C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62250"/>
            <a:ext cx="28289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build-std、proc-macro、build.rs、crate critical path 和尾部 codegen/link 形成串行段；`jobs=12`、`-Z threads=4` 都已证明过并行会反吃。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C521AB-E9E1-48A2-81D7-DE344F97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32861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A40799-5220-4F19-A1C6-4E39C7146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133600"/>
            <a:ext cx="47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C0A099-711C-41CF-BBF3-FE8DB6E4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43150"/>
            <a:ext cx="28289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StarryOS 内核部分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F970D1-8F14-4651-9B86-C471CAB7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62250"/>
            <a:ext cx="28289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进程等待/唤醒、runqueue 前进性、CPU topology、VFS metadata 和 ext4 sync 策略会影响短任务吞吐；#842/#926 和 rsext4 短测例对应这部分。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C0CE12-C71A-4E2C-8D77-A60AE215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33600"/>
            <a:ext cx="32861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53C99C-B378-4276-9019-EE9ECB38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33600"/>
            <a:ext cx="47625" cy="209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8B5D4E-D2FE-474E-9763-C8A8348D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43150"/>
            <a:ext cx="28289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QEMU/HVF 部分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0DB5C8-B6C6-4D57-9743-3E6F168E0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82892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AArch64/HVF 去掉了 RISC-V TCG 翻译主开销，但仍有虚拟块设备、中断、VM exit 和 guest/host 边界；RISC-V MTTCG 只作 raw CPU 参考。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C52A202-CA80-41C5-B227-BED122F1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686300"/>
            <a:ext cx="97917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BF8E89-7CBB-4E2D-8DB5-DC16D7E4E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95850"/>
            <a:ext cx="914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最 solid 的结论：完整 self-build 已跑通；OS 短链路能扩展到 6.67x；full cargo 的剩余瓶颈被拆成可复现、可继续提 PR 的具体问题。</a:t>
            </a:r>
          </a:p>
        </p:txBody>
      </p:sp>
    </p:spTree>
    <p:extLst>
      <p:ext uri="{BB962C8B-B14F-4D97-AF65-F5344CB8AC3E}">
        <p14:creationId xmlns:p14="http://schemas.microsoft.com/office/powerpoint/2010/main" val="171005607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90BD89-C664-42CA-83A3-A4FF29E6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8406F-AFCA-4B30-B64E-E690406E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5750"/>
            <a:ext cx="3429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2563EB"/>
                </a:solidFill>
                <a:latin typeface="PingFang SC"/>
                <a:ea typeface="PingFang SC"/>
                <a:cs typeface="PingFang SC"/>
              </a:rPr>
              <a:t>BigLab-B / StarryOS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F70ADC-633C-4DEC-9490-B95C46CF8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85750"/>
            <a:ext cx="666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D06FE4-40A2-456B-B616-9B041DBFF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42950"/>
            <a:ext cx="857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复现材料与答辩支撑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FA1923-EF62-4727-AC00-5980DF472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1009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所有关键结果均保留复现命令、运行日志、PASS marker、PR 记录和最终报告材料。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20530F-5DC1-458E-A7D3-72859F0E5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908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D3237C-D061-45C2-8426-A1083F1EE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D150F7-27DE-4C13-91EF-CEFDD7217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结果文档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451CE-B793-4C47-A67A-A79967B29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19400"/>
            <a:ext cx="27336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showtime-2/final/README.md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包含性能 setting、日志路径和复现入口。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E3A7B5-836F-454F-BAE4-424242911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31908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578FF6-C932-45AD-AC16-EA5A4E30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190750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8A5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8B77BC-B118-4469-AA46-A7B09F1C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运行日志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3C351D-19AA-48A3-B965-9DE040FA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19400"/>
            <a:ext cx="27336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showtime-2/logs/*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live-demo/out/*.log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包含 PASS marker、elapsed、arch、smp、jobs 等字段。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8EA621-8E1F-4A4F-A156-F9FEDB7C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319087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E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3D7926-9467-4FDA-B29F-412FC886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190750"/>
            <a:ext cx="47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5A1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DA7F84-8898-4EE4-8BB7-50A21FE1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00300"/>
            <a:ext cx="27336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11827"/>
                </a:solidFill>
                <a:latin typeface="PingFang SC"/>
                <a:ea typeface="PingFang SC"/>
                <a:cs typeface="PingFang SC"/>
              </a:rPr>
              <a:t>PR 记录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9597A09-36C4-4CB9-AA4D-369D0D64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19400"/>
            <a:ext cx="2733675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success-pr/PR-TRACKING.md</a:t>
            </a:r>
          </a:p>
          <a:p xmlns:a="http://schemas.openxmlformats.org/drawingml/2006/main">
            <a:pPr algn="l">
              <a:def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5B6472"/>
                </a:solidFill>
                <a:latin typeface="PingFang SC"/>
                <a:ea typeface="PingFang SC"/>
                <a:cs typeface="PingFang SC"/>
              </a:rPr>
              <a:t>记录已合入 PR、验证证据和重点修复说明。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6D1FC6-F716-42FD-B71F-328C563F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096000"/>
            <a:ext cx="10477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76200" tIns="76200" rIns="76200" bIns="76200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总结：本工作完成了 StarryOS 自举编译验证，并将真实 workload 暴露的问题沉淀为可合入的 OS 修复与测例。</a:t>
            </a:r>
          </a:p>
        </p:txBody>
      </p:sp>
    </p:spTree>
    <p:extLst>
      <p:ext uri="{BB962C8B-B14F-4D97-AF65-F5344CB8AC3E}">
        <p14:creationId xmlns:p14="http://schemas.microsoft.com/office/powerpoint/2010/main" val="321140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2026-05-29T10:45:20.1090000Z</dcterms:created>
  <dcterms:modified xsi:type="dcterms:W3CDTF">2026-05-29T10:45:20.1090000Z</dcterms:modified>
</coreProperties>
</file>